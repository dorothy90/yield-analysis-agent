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380a2fa6074dae" /><Relationship Type="http://schemas.openxmlformats.org/officeDocument/2006/relationships/extended-properties" Target="/docProps/app.xml" Id="Rfbc2624f57a74765" /><Relationship Type="http://schemas.openxmlformats.org/officeDocument/2006/relationships/officeDocument" Target="/ppt/presentation.xml" Id="R9edf88da099549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0d71e3c64642a0"/>
  </p:sldMasterIdLst>
  <p:notesMasterIdLst>
    <p:notesMasterId xmlns:r="http://schemas.openxmlformats.org/officeDocument/2006/relationships" r:id="Racb16b980ff447d2"/>
  </p:notesMasterIdLst>
  <p:sldIdLst>
    <p:sldId xmlns:r="http://schemas.openxmlformats.org/officeDocument/2006/relationships" id="256" r:id="R464d273a79204550"/>
    <p:sldId xmlns:r="http://schemas.openxmlformats.org/officeDocument/2006/relationships" id="257" r:id="R579df73a68c54ec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a675dfc88f411b" /><Relationship Type="http://schemas.openxmlformats.org/officeDocument/2006/relationships/slideMaster" Target="/ppt/slideMasters/slideMaster1.xml" Id="R4c0d71e3c64642a0" /><Relationship Type="http://schemas.openxmlformats.org/officeDocument/2006/relationships/notesMaster" Target="/ppt/notesMasters/notesMaster1.xml" Id="Racb16b980ff447d2" /><Relationship Type="http://schemas.openxmlformats.org/officeDocument/2006/relationships/presProps" Target="/ppt/presProps.xml" Id="R574e9b0f0d0743b5" /><Relationship Type="http://schemas.openxmlformats.org/officeDocument/2006/relationships/tableStyles" Target="/ppt/tableStyles.xml" Id="Rc2de6538bc47420b" /><Relationship Type="http://schemas.openxmlformats.org/officeDocument/2006/relationships/slide" Target="/ppt/slides/slide1.xml" Id="R464d273a79204550" /><Relationship Type="http://schemas.openxmlformats.org/officeDocument/2006/relationships/slide" Target="/ppt/slides/slide2.xml" Id="R579df73a68c54e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310c9710fa42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df01cead9a4c6c" /><Relationship Type="http://schemas.openxmlformats.org/officeDocument/2006/relationships/notesMaster" Target="/ppt/notesMasters/notesMaster1.xml" Id="R7ee4d92fba4642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db4cd277484ddd" /><Relationship Type="http://schemas.openxmlformats.org/officeDocument/2006/relationships/notesMaster" Target="/ppt/notesMasters/notesMaster1.xml" Id="R8952f573bd5e48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사용자가 제공한 Route 검토 Agent 인포그래픽. 첫 번째 작동 흐름 페이지의 내용을 16:9에 맞춰 재배치했습니다.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사용자가 제공한 Route 검토 Agent 인포그래픽. 두 번째 시스템 구현 방식 페이지의 내용을 16:9에 맞춰 재배치했습니다. HAPI, React, Python, LLM, HTML 및 PDF 구조는 원본을 따릅니다.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0270cb051f40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55676dcb8f48f5" /><Relationship Type="http://schemas.openxmlformats.org/officeDocument/2006/relationships/slideLayout" Target="/ppt/slideLayouts/slideLayout1.xml" Id="R647634ee39da47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7634ee39da47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3ca35386f44dc" /><Relationship Type="http://schemas.openxmlformats.org/officeDocument/2006/relationships/notesSlide" Target="/ppt/notesSlides/notesSlide1.xml" Id="R00e970e1084241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03588ea984f5e" /><Relationship Type="http://schemas.openxmlformats.org/officeDocument/2006/relationships/notesSlide" Target="/ppt/notesSlides/notesSlide2.xml" Id="Rafdfe628c03d45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1" name="element-1">
            <a:extLst xmlns:a="http://schemas.openxmlformats.org/drawingml/2006/main">
              <a:ext uri="{FF2B5EF4-FFF2-40B4-BE49-F238E27FC236}">
                <a16:creationId xmlns:a16="http://schemas.microsoft.com/office/drawing/2014/main" id="{86737467-A8DD-4449-AADA-093BDD78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gradFill xmlns:a="http://schemas.openxmlformats.org/drawingml/2006/main">
            <a:gsLst>
              <a:gs pos="0">
                <a:srgbClr val="445161"/>
              </a:gs>
              <a:gs pos="100000">
                <a:srgbClr val="293848"/>
              </a:gs>
            </a:gsLst>
            <a:lin ang="5400000"/>
          </a:gradFill>
          <a:ln xmlns:a="http://schemas.openxmlformats.org/drawingml/2006/main" w="5715">
            <a:solidFill>
              <a:srgbClr val="253544"/>
            </a:solidFill>
            <a:prstDash val="solid"/>
          </a:ln>
        </p:spPr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E14D8E9-42E0-4904-ACC7-ECAC6500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0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B48E3FB-90E4-4545-8235-9E262C5D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95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Route 검토 Agent 작동 흐름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71AB2776-2947-4DFD-88B8-F929DDBB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09625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변경 의도를 정확히 검증하고, 사람이 놓치기 쉬운 차이까지 자동으로 점검합니다.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A0334D09-E9AE-4425-BAE5-EDF42BAA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857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491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C8491"/>
                </a:solidFill>
                <a:latin typeface="Noto Sans KR"/>
                <a:ea typeface="Noto Sans KR"/>
                <a:cs typeface="Noto Sans KR"/>
              </a:rPr>
              <a:t>From Data to Decision</a:t>
            </a:r>
          </a:p>
          <a:p xmlns:a="http://schemas.openxmlformats.org/drawingml/2006/main">
            <a:pPr algn="r">
              <a:defRPr sz="1125" b="0">
                <a:solidFill>
                  <a:srgbClr val="7C8491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C8491"/>
                </a:solidFill>
                <a:latin typeface="Noto Sans KR"/>
                <a:ea typeface="Noto Sans KR"/>
                <a:cs typeface="Noto Sans KR"/>
              </a:rPr>
              <a:t>for Reliable Route Change</a:t>
            </a:r>
          </a:p>
        </p:txBody>
      </p:sp>
      <p:sp>
        <p:nvSpPr>
          <p:cNvPr id="6" name="element-6">
            <a:extLst xmlns:a="http://schemas.openxmlformats.org/drawingml/2006/main">
              <a:ext uri="{FF2B5EF4-FFF2-40B4-BE49-F238E27FC236}">
                <a16:creationId xmlns:a16="http://schemas.microsoft.com/office/drawing/2014/main" id="{E20E76FA-7736-431D-8F8C-A5266A30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2095500" cy="3200400"/>
          </a:xfrm>
          <a:prstGeom xmlns:a="http://schemas.openxmlformats.org/drawingml/2006/main" prst="roundRect">
            <a:avLst>
              <a:gd name="adj" fmla="val 4545"/>
            </a:avLst>
          </a:prstGeom>
          <a:gradFill xmlns:a="http://schemas.openxmlformats.org/drawingml/2006/main">
            <a:gsLst>
              <a:gs pos="0">
                <a:srgbClr val="EEF2F8"/>
              </a:gs>
              <a:gs pos="100000">
                <a:srgbClr val="F5F7FB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E960476F-58FF-4EF2-B602-AC68EC51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828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사용자</a:t>
            </a:r>
          </a:p>
        </p:txBody>
      </p:sp>
      <p:sp>
        <p:nvSpPr>
          <p:cNvPr id="8" name="element-8">
            <a:extLst xmlns:a="http://schemas.openxmlformats.org/drawingml/2006/main">
              <a:ext uri="{FF2B5EF4-FFF2-40B4-BE49-F238E27FC236}">
                <a16:creationId xmlns:a16="http://schemas.microsoft.com/office/drawing/2014/main" id="{0C1CE789-6274-414B-80D0-BBBEB4C6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381125"/>
            <a:ext cx="3867150" cy="3200400"/>
          </a:xfrm>
          <a:prstGeom xmlns:a="http://schemas.openxmlformats.org/drawingml/2006/main" prst="roundRect">
            <a:avLst>
              <a:gd name="adj" fmla="val 2976"/>
            </a:avLst>
          </a:prstGeom>
          <a:gradFill xmlns:a="http://schemas.openxmlformats.org/drawingml/2006/main">
            <a:gsLst>
              <a:gs pos="0">
                <a:srgbClr val="E3EFFD"/>
              </a:gs>
              <a:gs pos="100000">
                <a:srgbClr val="EDF7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6B2EE1A0-17E6-4072-A1B7-71F49413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466850"/>
            <a:ext cx="3600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요청 입력 (Front)</a:t>
            </a:r>
          </a:p>
        </p:txBody>
      </p:sp>
      <p:sp>
        <p:nvSpPr>
          <p:cNvPr id="10" name="element-10">
            <a:extLst xmlns:a="http://schemas.openxmlformats.org/drawingml/2006/main">
              <a:ext uri="{FF2B5EF4-FFF2-40B4-BE49-F238E27FC236}">
                <a16:creationId xmlns:a16="http://schemas.microsoft.com/office/drawing/2014/main" id="{98BF44F8-51DB-42BB-9B1F-20A7C79E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3867150" cy="3200400"/>
          </a:xfrm>
          <a:prstGeom xmlns:a="http://schemas.openxmlformats.org/drawingml/2006/main" prst="roundRect">
            <a:avLst>
              <a:gd name="adj" fmla="val 2976"/>
            </a:avLst>
          </a:prstGeom>
          <a:gradFill xmlns:a="http://schemas.openxmlformats.org/drawingml/2006/main">
            <a:gsLst>
              <a:gs pos="0">
                <a:srgbClr val="E5F5EC"/>
              </a:gs>
              <a:gs pos="100000">
                <a:srgbClr val="F0FAF5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32E15B3D-1B99-473E-BF23-D5615D16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3600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데이터 수집 (Back)</a:t>
            </a:r>
          </a:p>
        </p:txBody>
      </p:sp>
      <p:sp>
        <p:nvSpPr>
          <p:cNvPr id="12" name="element-12">
            <a:extLst xmlns:a="http://schemas.openxmlformats.org/drawingml/2006/main">
              <a:ext uri="{FF2B5EF4-FFF2-40B4-BE49-F238E27FC236}">
                <a16:creationId xmlns:a16="http://schemas.microsoft.com/office/drawing/2014/main" id="{7385A549-CC61-450D-BB04-562420B2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1381125"/>
            <a:ext cx="3952875" cy="3200400"/>
          </a:xfrm>
          <a:prstGeom xmlns:a="http://schemas.openxmlformats.org/drawingml/2006/main" prst="roundRect">
            <a:avLst>
              <a:gd name="adj" fmla="val 2976"/>
            </a:avLst>
          </a:prstGeom>
          <a:gradFill xmlns:a="http://schemas.openxmlformats.org/drawingml/2006/main">
            <a:gsLst>
              <a:gs pos="0">
                <a:srgbClr val="EEEEFE"/>
              </a:gs>
              <a:gs pos="100000">
                <a:srgbClr val="F5F5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E9099536-4F8F-4C14-90ED-B94B1638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466850"/>
            <a:ext cx="3686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비교 데이터 구성</a:t>
            </a:r>
          </a:p>
        </p:txBody>
      </p:sp>
      <p:sp>
        <p:nvSpPr>
          <p:cNvPr id="14" name="element-14">
            <a:extLst xmlns:a="http://schemas.openxmlformats.org/drawingml/2006/main">
              <a:ext uri="{FF2B5EF4-FFF2-40B4-BE49-F238E27FC236}">
                <a16:creationId xmlns:a16="http://schemas.microsoft.com/office/drawing/2014/main" id="{B1F0848C-6F22-4434-B398-7B047DBA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" y="1952625"/>
            <a:ext cx="220980" cy="22098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C4A5A"/>
              </a:gs>
              <a:gs pos="100000">
                <a:srgbClr val="233344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5" name="vector-15">
            <a:extLst xmlns:a="http://schemas.openxmlformats.org/drawingml/2006/main">
              <a:ext uri="{FF2B5EF4-FFF2-40B4-BE49-F238E27FC236}">
                <a16:creationId xmlns:a16="http://schemas.microsoft.com/office/drawing/2014/main" id="{7677BDBA-8FFD-49D2-B231-7782E471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" y="2223326"/>
            <a:ext cx="441960" cy="281750"/>
          </a:xfrm>
          <a:custGeom xmlns:a="http://schemas.openxmlformats.org/drawingml/2006/main">
            <a:pathLst>
              <a:path w="441960" h="281750">
                <a:moveTo>
                  <a:pt x="0" y="204407"/>
                </a:moveTo>
                <a:lnTo>
                  <a:pt x="1891" y="177726"/>
                </a:lnTo>
                <a:lnTo>
                  <a:pt x="7530" y="151502"/>
                </a:lnTo>
                <a:lnTo>
                  <a:pt x="16821" y="126184"/>
                </a:lnTo>
                <a:lnTo>
                  <a:pt x="29606" y="102203"/>
                </a:lnTo>
                <a:lnTo>
                  <a:pt x="45665" y="79972"/>
                </a:lnTo>
                <a:lnTo>
                  <a:pt x="64724" y="59869"/>
                </a:lnTo>
                <a:lnTo>
                  <a:pt x="86456" y="42240"/>
                </a:lnTo>
                <a:lnTo>
                  <a:pt x="110490" y="27385"/>
                </a:lnTo>
                <a:lnTo>
                  <a:pt x="136415" y="15560"/>
                </a:lnTo>
                <a:lnTo>
                  <a:pt x="163786" y="6965"/>
                </a:lnTo>
                <a:lnTo>
                  <a:pt x="192136" y="1749"/>
                </a:lnTo>
                <a:lnTo>
                  <a:pt x="220980" y="0"/>
                </a:lnTo>
                <a:lnTo>
                  <a:pt x="249824" y="1749"/>
                </a:lnTo>
                <a:lnTo>
                  <a:pt x="278174" y="6965"/>
                </a:lnTo>
                <a:lnTo>
                  <a:pt x="305545" y="15560"/>
                </a:lnTo>
                <a:lnTo>
                  <a:pt x="331470" y="27385"/>
                </a:lnTo>
                <a:lnTo>
                  <a:pt x="355504" y="42240"/>
                </a:lnTo>
                <a:lnTo>
                  <a:pt x="377236" y="59869"/>
                </a:lnTo>
                <a:lnTo>
                  <a:pt x="396295" y="79972"/>
                </a:lnTo>
                <a:lnTo>
                  <a:pt x="412354" y="102203"/>
                </a:lnTo>
                <a:lnTo>
                  <a:pt x="425139" y="126184"/>
                </a:lnTo>
                <a:lnTo>
                  <a:pt x="434430" y="151502"/>
                </a:lnTo>
                <a:lnTo>
                  <a:pt x="440069" y="177726"/>
                </a:lnTo>
                <a:lnTo>
                  <a:pt x="441960" y="204407"/>
                </a:lnTo>
                <a:lnTo>
                  <a:pt x="441960" y="281750"/>
                </a:lnTo>
                <a:lnTo>
                  <a:pt x="0" y="2817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3C4A5A"/>
              </a:gs>
              <a:gs pos="100000">
                <a:srgbClr val="233344"/>
              </a:gs>
            </a:gsLst>
            <a:lin ang="5400000"/>
          </a:gradFill>
          <a:ln xmlns:a="http://schemas.openxmlformats.org/drawingml/2006/main" w="4763">
            <a:solidFill>
              <a:srgbClr val="253445"/>
            </a:solidFill>
            <a:prstDash val="solid"/>
          </a:ln>
        </p:spPr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141B3491-3242-4763-84E4-817EA50A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라우트 엔지니어</a:t>
            </a:r>
          </a:p>
        </p:txBody>
      </p:sp>
      <p:sp>
        <p:nvSpPr>
          <p:cNvPr id="17" name="element-17">
            <a:extLst xmlns:a="http://schemas.openxmlformats.org/drawingml/2006/main">
              <a:ext uri="{FF2B5EF4-FFF2-40B4-BE49-F238E27FC236}">
                <a16:creationId xmlns:a16="http://schemas.microsoft.com/office/drawing/2014/main" id="{2B103190-087A-4CD5-8108-543AF450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B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vector-18">
            <a:extLst xmlns:a="http://schemas.openxmlformats.org/drawingml/2006/main">
              <a:ext uri="{FF2B5EF4-FFF2-40B4-BE49-F238E27FC236}">
                <a16:creationId xmlns:a16="http://schemas.microsoft.com/office/drawing/2014/main" id="{8C4FB597-0430-4051-AB7D-CF1494D2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" y="3147060"/>
            <a:ext cx="93345" cy="66675"/>
          </a:xfrm>
          <a:custGeom xmlns:a="http://schemas.openxmlformats.org/drawingml/2006/main">
            <a:pathLst>
              <a:path w="93345" h="66675">
                <a:moveTo>
                  <a:pt x="0" y="34290"/>
                </a:moveTo>
                <a:lnTo>
                  <a:pt x="36195" y="66675"/>
                </a:lnTo>
                <a:lnTo>
                  <a:pt x="933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BEBC92FD-5474-4FB3-8327-9A4BB098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5752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27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27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변경 대상 Oper 선택</a:t>
            </a:r>
          </a:p>
        </p:txBody>
      </p:sp>
      <p:sp>
        <p:nvSpPr>
          <p:cNvPr id="20" name="element-20">
            <a:extLst xmlns:a="http://schemas.openxmlformats.org/drawingml/2006/main">
              <a:ext uri="{FF2B5EF4-FFF2-40B4-BE49-F238E27FC236}">
                <a16:creationId xmlns:a16="http://schemas.microsoft.com/office/drawing/2014/main" id="{C909C1AF-4038-47D3-9A29-1A77C1B9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B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vector-21">
            <a:extLst xmlns:a="http://schemas.openxmlformats.org/drawingml/2006/main">
              <a:ext uri="{FF2B5EF4-FFF2-40B4-BE49-F238E27FC236}">
                <a16:creationId xmlns:a16="http://schemas.microsoft.com/office/drawing/2014/main" id="{CD90A985-D47D-4086-957C-48EE21B7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" y="3489960"/>
            <a:ext cx="93345" cy="66675"/>
          </a:xfrm>
          <a:custGeom xmlns:a="http://schemas.openxmlformats.org/drawingml/2006/main">
            <a:pathLst>
              <a:path w="93345" h="66675">
                <a:moveTo>
                  <a:pt x="0" y="34290"/>
                </a:moveTo>
                <a:lnTo>
                  <a:pt x="36195" y="66675"/>
                </a:lnTo>
                <a:lnTo>
                  <a:pt x="933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2CB9B95F-2F6A-49EB-BEE3-2C084071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042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27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27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변경 필요 항목 확인</a:t>
            </a:r>
          </a:p>
        </p:txBody>
      </p:sp>
      <p:sp>
        <p:nvSpPr>
          <p:cNvPr id="23" name="element-23">
            <a:extLst xmlns:a="http://schemas.openxmlformats.org/drawingml/2006/main">
              <a:ext uri="{FF2B5EF4-FFF2-40B4-BE49-F238E27FC236}">
                <a16:creationId xmlns:a16="http://schemas.microsoft.com/office/drawing/2014/main" id="{5CAA43C0-758A-43E9-8DBA-35C91F8D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B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vector-24">
            <a:extLst xmlns:a="http://schemas.openxmlformats.org/drawingml/2006/main">
              <a:ext uri="{FF2B5EF4-FFF2-40B4-BE49-F238E27FC236}">
                <a16:creationId xmlns:a16="http://schemas.microsoft.com/office/drawing/2014/main" id="{45E20644-C69E-440C-B707-9F84E6CE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" y="3832860"/>
            <a:ext cx="93345" cy="66675"/>
          </a:xfrm>
          <a:custGeom xmlns:a="http://schemas.openxmlformats.org/drawingml/2006/main">
            <a:pathLst>
              <a:path w="93345" h="66675">
                <a:moveTo>
                  <a:pt x="0" y="34290"/>
                </a:moveTo>
                <a:lnTo>
                  <a:pt x="36195" y="66675"/>
                </a:lnTo>
                <a:lnTo>
                  <a:pt x="933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25" name="text-25">
            <a:extLst xmlns:a="http://schemas.openxmlformats.org/drawingml/2006/main">
              <a:ext uri="{FF2B5EF4-FFF2-40B4-BE49-F238E27FC236}">
                <a16:creationId xmlns:a16="http://schemas.microsoft.com/office/drawing/2014/main" id="{2A03D577-1FC9-4946-B0CA-1C350391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27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27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비교 결과 검토</a:t>
            </a:r>
          </a:p>
        </p:txBody>
      </p:sp>
      <p:sp>
        <p:nvSpPr>
          <p:cNvPr id="26" name="element-26">
            <a:extLst xmlns:a="http://schemas.openxmlformats.org/drawingml/2006/main">
              <a:ext uri="{FF2B5EF4-FFF2-40B4-BE49-F238E27FC236}">
                <a16:creationId xmlns:a16="http://schemas.microsoft.com/office/drawing/2014/main" id="{1526D4C9-5754-4923-B654-46797F1A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B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vector-27">
            <a:extLst xmlns:a="http://schemas.openxmlformats.org/drawingml/2006/main">
              <a:ext uri="{FF2B5EF4-FFF2-40B4-BE49-F238E27FC236}">
                <a16:creationId xmlns:a16="http://schemas.microsoft.com/office/drawing/2014/main" id="{EB716040-7A7B-4580-BDF3-66B9381E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" y="4175760"/>
            <a:ext cx="93345" cy="66675"/>
          </a:xfrm>
          <a:custGeom xmlns:a="http://schemas.openxmlformats.org/drawingml/2006/main">
            <a:pathLst>
              <a:path w="93345" h="66675">
                <a:moveTo>
                  <a:pt x="0" y="34290"/>
                </a:moveTo>
                <a:lnTo>
                  <a:pt x="36195" y="66675"/>
                </a:lnTo>
                <a:lnTo>
                  <a:pt x="933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28" name="text-28">
            <a:extLst xmlns:a="http://schemas.openxmlformats.org/drawingml/2006/main">
              <a:ext uri="{FF2B5EF4-FFF2-40B4-BE49-F238E27FC236}">
                <a16:creationId xmlns:a16="http://schemas.microsoft.com/office/drawing/2014/main" id="{7156DFF8-A5B0-41CA-8055-C833BF72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8622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27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27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최종 보고서 확인</a:t>
            </a:r>
          </a:p>
        </p:txBody>
      </p:sp>
      <p:sp>
        <p:nvSpPr>
          <p:cNvPr id="29" name="element-29">
            <a:extLst xmlns:a="http://schemas.openxmlformats.org/drawingml/2006/main">
              <a:ext uri="{FF2B5EF4-FFF2-40B4-BE49-F238E27FC236}">
                <a16:creationId xmlns:a16="http://schemas.microsoft.com/office/drawing/2014/main" id="{B049B834-CA95-4F16-9EB8-F0C09392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885950"/>
            <a:ext cx="3467100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E3552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element-30">
            <a:extLst xmlns:a="http://schemas.openxmlformats.org/drawingml/2006/main">
              <a:ext uri="{FF2B5EF4-FFF2-40B4-BE49-F238E27FC236}">
                <a16:creationId xmlns:a16="http://schemas.microsoft.com/office/drawing/2014/main" id="{D962C83B-2395-49EB-B345-93E1D935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57375"/>
            <a:ext cx="3467100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4E7"/>
            </a:solidFill>
            <a:prstDash val="solid"/>
          </a:ln>
        </p:spPr>
      </p:sp>
      <p:sp>
        <p:nvSpPr>
          <p:cNvPr id="31" name="element-31">
            <a:extLst xmlns:a="http://schemas.openxmlformats.org/drawingml/2006/main">
              <a:ext uri="{FF2B5EF4-FFF2-40B4-BE49-F238E27FC236}">
                <a16:creationId xmlns:a16="http://schemas.microsoft.com/office/drawing/2014/main" id="{4FD44ECC-1BEA-40E8-9FA1-984C1E5A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57375"/>
            <a:ext cx="346710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7A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element-32">
            <a:extLst xmlns:a="http://schemas.openxmlformats.org/drawingml/2006/main">
              <a:ext uri="{FF2B5EF4-FFF2-40B4-BE49-F238E27FC236}">
                <a16:creationId xmlns:a16="http://schemas.microsoft.com/office/drawing/2014/main" id="{4E37E2CD-D3D4-4646-A15E-4C97F848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95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element-33">
            <a:extLst xmlns:a="http://schemas.openxmlformats.org/drawingml/2006/main">
              <a:ext uri="{FF2B5EF4-FFF2-40B4-BE49-F238E27FC236}">
                <a16:creationId xmlns:a16="http://schemas.microsoft.com/office/drawing/2014/main" id="{604B13FB-A4DB-4F01-B598-088E5D04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95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element-34">
            <a:extLst xmlns:a="http://schemas.openxmlformats.org/drawingml/2006/main">
              <a:ext uri="{FF2B5EF4-FFF2-40B4-BE49-F238E27FC236}">
                <a16:creationId xmlns:a16="http://schemas.microsoft.com/office/drawing/2014/main" id="{11ED9640-091C-49A4-B55B-AB3FC214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95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35">
            <a:extLst xmlns:a="http://schemas.openxmlformats.org/drawingml/2006/main">
              <a:ext uri="{FF2B5EF4-FFF2-40B4-BE49-F238E27FC236}">
                <a16:creationId xmlns:a16="http://schemas.microsoft.com/office/drawing/2014/main" id="{5B9C5DE1-C4B2-4EE8-A570-6AEADBD3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19300"/>
            <a:ext cx="3276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Route 검토</a:t>
            </a:r>
          </a:p>
        </p:txBody>
      </p:sp>
      <p:sp>
        <p:nvSpPr>
          <p:cNvPr id="36" name="element-36">
            <a:extLst xmlns:a="http://schemas.openxmlformats.org/drawingml/2006/main">
              <a:ext uri="{FF2B5EF4-FFF2-40B4-BE49-F238E27FC236}">
                <a16:creationId xmlns:a16="http://schemas.microsoft.com/office/drawing/2014/main" id="{6EEF33F0-B75A-4138-8080-9148F4A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71700"/>
            <a:ext cx="1016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4763">
            <a:solidFill>
              <a:srgbClr val="DCE4EF"/>
            </a:solidFill>
            <a:prstDash val="solid"/>
          </a:ln>
        </p:spPr>
      </p:sp>
      <p:sp>
        <p:nvSpPr>
          <p:cNvPr id="37" name="text-37">
            <a:extLst xmlns:a="http://schemas.openxmlformats.org/drawingml/2006/main">
              <a:ext uri="{FF2B5EF4-FFF2-40B4-BE49-F238E27FC236}">
                <a16:creationId xmlns:a16="http://schemas.microsoft.com/office/drawing/2014/main" id="{E21CB3AF-D92A-4E14-9AF3-F4EA0F59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81225"/>
            <a:ext cx="9588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3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13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Reference Route</a:t>
            </a:r>
          </a:p>
        </p:txBody>
      </p:sp>
      <p:sp>
        <p:nvSpPr>
          <p:cNvPr id="38" name="element-38">
            <a:extLst xmlns:a="http://schemas.openxmlformats.org/drawingml/2006/main">
              <a:ext uri="{FF2B5EF4-FFF2-40B4-BE49-F238E27FC236}">
                <a16:creationId xmlns:a16="http://schemas.microsoft.com/office/drawing/2014/main" id="{F83342B6-6453-41BB-9B8B-82E90481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2171700"/>
            <a:ext cx="1016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4763">
            <a:solidFill>
              <a:srgbClr val="DCE4EF"/>
            </a:solidFill>
            <a:prstDash val="solid"/>
          </a:ln>
        </p:spPr>
      </p:sp>
      <p:sp>
        <p:nvSpPr>
          <p:cNvPr id="39" name="text-39">
            <a:extLst xmlns:a="http://schemas.openxmlformats.org/drawingml/2006/main">
              <a:ext uri="{FF2B5EF4-FFF2-40B4-BE49-F238E27FC236}">
                <a16:creationId xmlns:a16="http://schemas.microsoft.com/office/drawing/2014/main" id="{4F1C6DF9-FFF9-4559-9034-17C24360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2181225"/>
            <a:ext cx="9588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3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13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New Route</a:t>
            </a:r>
          </a:p>
        </p:txBody>
      </p:sp>
      <p:sp>
        <p:nvSpPr>
          <p:cNvPr id="40" name="element-40">
            <a:extLst xmlns:a="http://schemas.openxmlformats.org/drawingml/2006/main">
              <a:ext uri="{FF2B5EF4-FFF2-40B4-BE49-F238E27FC236}">
                <a16:creationId xmlns:a16="http://schemas.microsoft.com/office/drawing/2014/main" id="{54091108-CA69-4104-A35E-1C008B16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300" y="2171700"/>
            <a:ext cx="1016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4763">
            <a:solidFill>
              <a:srgbClr val="DCE4EF"/>
            </a:solidFill>
            <a:prstDash val="solid"/>
          </a:ln>
        </p:spPr>
      </p:sp>
      <p:sp>
        <p:nvSpPr>
          <p:cNvPr id="41" name="text-41">
            <a:extLst xmlns:a="http://schemas.openxmlformats.org/drawingml/2006/main">
              <a:ext uri="{FF2B5EF4-FFF2-40B4-BE49-F238E27FC236}">
                <a16:creationId xmlns:a16="http://schemas.microsoft.com/office/drawing/2014/main" id="{DCC23265-FA39-4290-8EDC-CBEB5834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2181225"/>
            <a:ext cx="9588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3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13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Oper</a:t>
            </a:r>
          </a:p>
        </p:txBody>
      </p:sp>
      <p:sp>
        <p:nvSpPr>
          <p:cNvPr id="42" name="element-42">
            <a:extLst xmlns:a="http://schemas.openxmlformats.org/drawingml/2006/main">
              <a:ext uri="{FF2B5EF4-FFF2-40B4-BE49-F238E27FC236}">
                <a16:creationId xmlns:a16="http://schemas.microsoft.com/office/drawing/2014/main" id="{DAA202DF-9B2B-4E35-AD04-7BF8061E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33625"/>
            <a:ext cx="3276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43">
            <a:extLst xmlns:a="http://schemas.openxmlformats.org/drawingml/2006/main">
              <a:ext uri="{FF2B5EF4-FFF2-40B4-BE49-F238E27FC236}">
                <a16:creationId xmlns:a16="http://schemas.microsoft.com/office/drawing/2014/main" id="{5678AA95-B486-4F74-AC8C-09896411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59817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Oper</a:t>
            </a:r>
          </a:p>
        </p:txBody>
      </p:sp>
      <p:sp>
        <p:nvSpPr>
          <p:cNvPr id="44" name="text-44">
            <a:extLst xmlns:a="http://schemas.openxmlformats.org/drawingml/2006/main">
              <a:ext uri="{FF2B5EF4-FFF2-40B4-BE49-F238E27FC236}">
                <a16:creationId xmlns:a16="http://schemas.microsoft.com/office/drawing/2014/main" id="{3DD84C9D-E61D-4B54-9935-CCF724B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333625"/>
            <a:ext cx="59817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카테고리</a:t>
            </a:r>
          </a:p>
        </p:txBody>
      </p:sp>
      <p:sp>
        <p:nvSpPr>
          <p:cNvPr id="45" name="text-45">
            <a:extLst xmlns:a="http://schemas.openxmlformats.org/drawingml/2006/main">
              <a:ext uri="{FF2B5EF4-FFF2-40B4-BE49-F238E27FC236}">
                <a16:creationId xmlns:a16="http://schemas.microsoft.com/office/drawing/2014/main" id="{2FDD2AEB-05DF-4D78-95CA-F1EF7C4C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2333625"/>
            <a:ext cx="59817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Ref</a:t>
            </a:r>
          </a:p>
        </p:txBody>
      </p:sp>
      <p:sp>
        <p:nvSpPr>
          <p:cNvPr id="46" name="text-46">
            <a:extLst xmlns:a="http://schemas.openxmlformats.org/drawingml/2006/main">
              <a:ext uri="{FF2B5EF4-FFF2-40B4-BE49-F238E27FC236}">
                <a16:creationId xmlns:a16="http://schemas.microsoft.com/office/drawing/2014/main" id="{341330AA-9F6C-4583-93C7-40CFBA55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2333625"/>
            <a:ext cx="59817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New</a:t>
            </a:r>
          </a:p>
        </p:txBody>
      </p:sp>
      <p:sp>
        <p:nvSpPr>
          <p:cNvPr id="47" name="text-47">
            <a:extLst xmlns:a="http://schemas.openxmlformats.org/drawingml/2006/main">
              <a:ext uri="{FF2B5EF4-FFF2-40B4-BE49-F238E27FC236}">
                <a16:creationId xmlns:a16="http://schemas.microsoft.com/office/drawing/2014/main" id="{B1A4F8E8-9C94-4EBB-8F0A-2C5B5390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33625"/>
            <a:ext cx="59817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판정</a:t>
            </a:r>
          </a:p>
        </p:txBody>
      </p:sp>
      <p:sp>
        <p:nvSpPr>
          <p:cNvPr id="48" name="vector-48">
            <a:extLst xmlns:a="http://schemas.openxmlformats.org/drawingml/2006/main">
              <a:ext uri="{FF2B5EF4-FFF2-40B4-BE49-F238E27FC236}">
                <a16:creationId xmlns:a16="http://schemas.microsoft.com/office/drawing/2014/main" id="{F70C08F4-6B6C-45B0-814E-12CE2343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66975"/>
            <a:ext cx="3276600" cy="476"/>
          </a:xfrm>
          <a:custGeom xmlns:a="http://schemas.openxmlformats.org/drawingml/2006/main">
            <a:pathLst>
              <a:path w="3276600" h="476">
                <a:moveTo>
                  <a:pt x="0" y="0"/>
                </a:moveTo>
                <a:lnTo>
                  <a:pt x="3276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E5EAF1"/>
            </a:solidFill>
            <a:prstDash val="solid"/>
          </a:ln>
        </p:spPr>
      </p:sp>
      <p:sp>
        <p:nvSpPr>
          <p:cNvPr id="49" name="text-49">
            <a:extLst xmlns:a="http://schemas.openxmlformats.org/drawingml/2006/main">
              <a:ext uri="{FF2B5EF4-FFF2-40B4-BE49-F238E27FC236}">
                <a16:creationId xmlns:a16="http://schemas.microsoft.com/office/drawing/2014/main" id="{D6D73DBE-467C-4BF8-BC7F-68017A01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76500"/>
            <a:ext cx="60769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50" name="text-50">
            <a:extLst xmlns:a="http://schemas.openxmlformats.org/drawingml/2006/main">
              <a:ext uri="{FF2B5EF4-FFF2-40B4-BE49-F238E27FC236}">
                <a16:creationId xmlns:a16="http://schemas.microsoft.com/office/drawing/2014/main" id="{4D983430-F60F-462D-A391-B4C47486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476500"/>
            <a:ext cx="60769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Recipe</a:t>
            </a:r>
          </a:p>
        </p:txBody>
      </p:sp>
      <p:sp>
        <p:nvSpPr>
          <p:cNvPr id="51" name="text-51">
            <a:extLst xmlns:a="http://schemas.openxmlformats.org/drawingml/2006/main">
              <a:ext uri="{FF2B5EF4-FFF2-40B4-BE49-F238E27FC236}">
                <a16:creationId xmlns:a16="http://schemas.microsoft.com/office/drawing/2014/main" id="{1F82736E-FF0A-431B-BD76-CB6FCB7D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2476500"/>
            <a:ext cx="60769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52" name="text-52">
            <a:extLst xmlns:a="http://schemas.openxmlformats.org/drawingml/2006/main">
              <a:ext uri="{FF2B5EF4-FFF2-40B4-BE49-F238E27FC236}">
                <a16:creationId xmlns:a16="http://schemas.microsoft.com/office/drawing/2014/main" id="{B1B4B3EE-0E4D-4420-84F5-BF120FCB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2476500"/>
            <a:ext cx="60769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53" name="element-53">
            <a:extLst xmlns:a="http://schemas.openxmlformats.org/drawingml/2006/main">
              <a:ext uri="{FF2B5EF4-FFF2-40B4-BE49-F238E27FC236}">
                <a16:creationId xmlns:a16="http://schemas.microsoft.com/office/drawing/2014/main" id="{1516080C-1D90-45DB-95D9-C4F9248E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755" y="2495550"/>
            <a:ext cx="557022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EE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ext-54">
            <a:extLst xmlns:a="http://schemas.openxmlformats.org/drawingml/2006/main">
              <a:ext uri="{FF2B5EF4-FFF2-40B4-BE49-F238E27FC236}">
                <a16:creationId xmlns:a16="http://schemas.microsoft.com/office/drawing/2014/main" id="{C65D7600-0651-45A4-A82B-B6E12015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755" y="2495550"/>
            <a:ext cx="557022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7" b="0">
                <a:solidFill>
                  <a:srgbClr val="4778BA"/>
                </a:solidFill>
                <a:latin typeface="Noto Sans KR"/>
                <a:ea typeface="Noto Sans KR"/>
                <a:cs typeface="Noto Sans KR"/>
              </a:defRPr>
            </a:pPr>
            <a:r>
              <a:rPr sz="397" b="0">
                <a:solidFill>
                  <a:srgbClr val="4778BA"/>
                </a:solidFill>
                <a:latin typeface="Noto Sans KR"/>
                <a:ea typeface="Noto Sans KR"/>
                <a:cs typeface="Noto Sans KR"/>
              </a:rPr>
              <a:t>검토</a:t>
            </a:r>
          </a:p>
        </p:txBody>
      </p:sp>
      <p:sp>
        <p:nvSpPr>
          <p:cNvPr id="55" name="element-55">
            <a:extLst xmlns:a="http://schemas.openxmlformats.org/drawingml/2006/main">
              <a:ext uri="{FF2B5EF4-FFF2-40B4-BE49-F238E27FC236}">
                <a16:creationId xmlns:a16="http://schemas.microsoft.com/office/drawing/2014/main" id="{AF9E0EF8-5308-45C0-AA23-612207CF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86050"/>
            <a:ext cx="3467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8FCFF">
              <a:alpha val="70000"/>
            </a:srgbClr>
          </a:solidFill>
          <a:ln xmlns:a="http://schemas.openxmlformats.org/drawingml/2006/main" w="9525">
            <a:solidFill>
              <a:srgbClr val="BED5EE"/>
            </a:solidFill>
            <a:prstDash val="solid"/>
          </a:ln>
        </p:spPr>
      </p:sp>
      <p:sp>
        <p:nvSpPr>
          <p:cNvPr id="56" name="text-56">
            <a:extLst xmlns:a="http://schemas.openxmlformats.org/drawingml/2006/main">
              <a:ext uri="{FF2B5EF4-FFF2-40B4-BE49-F238E27FC236}">
                <a16:creationId xmlns:a16="http://schemas.microsoft.com/office/drawing/2014/main" id="{5152FC21-430B-45E3-8219-5E6E682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24150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변경 요청 정보</a:t>
            </a:r>
          </a:p>
        </p:txBody>
      </p:sp>
      <p:sp>
        <p:nvSpPr>
          <p:cNvPr id="57" name="element-57">
            <a:extLst xmlns:a="http://schemas.openxmlformats.org/drawingml/2006/main">
              <a:ext uri="{FF2B5EF4-FFF2-40B4-BE49-F238E27FC236}">
                <a16:creationId xmlns:a16="http://schemas.microsoft.com/office/drawing/2014/main" id="{C12E277D-5964-48F6-84A6-72414C08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668" y="305466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ext-58">
            <a:extLst xmlns:a="http://schemas.openxmlformats.org/drawingml/2006/main">
              <a:ext uri="{FF2B5EF4-FFF2-40B4-BE49-F238E27FC236}">
                <a16:creationId xmlns:a16="http://schemas.microsoft.com/office/drawing/2014/main" id="{F2FF72F0-D8ED-40B6-B2B3-A276CC61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52750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Oper별 변경 내용</a:t>
            </a:r>
          </a:p>
        </p:txBody>
      </p:sp>
      <p:sp>
        <p:nvSpPr>
          <p:cNvPr id="59" name="element-59">
            <a:extLst xmlns:a="http://schemas.openxmlformats.org/drawingml/2006/main">
              <a:ext uri="{FF2B5EF4-FFF2-40B4-BE49-F238E27FC236}">
                <a16:creationId xmlns:a16="http://schemas.microsoft.com/office/drawing/2014/main" id="{8443A354-2E9D-47DF-8251-9323E581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668" y="324516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text-60">
            <a:extLst xmlns:a="http://schemas.openxmlformats.org/drawingml/2006/main">
              <a:ext uri="{FF2B5EF4-FFF2-40B4-BE49-F238E27FC236}">
                <a16:creationId xmlns:a16="http://schemas.microsoft.com/office/drawing/2014/main" id="{D9271B81-FA17-46B3-96F9-9DA145F4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43250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변경 카테고리 (10종)</a:t>
            </a:r>
          </a:p>
        </p:txBody>
      </p:sp>
      <p:sp>
        <p:nvSpPr>
          <p:cNvPr id="61" name="element-61">
            <a:extLst xmlns:a="http://schemas.openxmlformats.org/drawingml/2006/main">
              <a:ext uri="{FF2B5EF4-FFF2-40B4-BE49-F238E27FC236}">
                <a16:creationId xmlns:a16="http://schemas.microsoft.com/office/drawing/2014/main" id="{946A68A4-E0D6-4858-A394-82D42E31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668" y="343566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text-62">
            <a:extLst xmlns:a="http://schemas.openxmlformats.org/drawingml/2006/main">
              <a:ext uri="{FF2B5EF4-FFF2-40B4-BE49-F238E27FC236}">
                <a16:creationId xmlns:a16="http://schemas.microsoft.com/office/drawing/2014/main" id="{0E04F8CD-3682-4CA9-B16D-B1D1D519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33750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Ref / New Oper 정보</a:t>
            </a:r>
          </a:p>
        </p:txBody>
      </p:sp>
      <p:sp>
        <p:nvSpPr>
          <p:cNvPr id="63" name="text-63">
            <a:extLst xmlns:a="http://schemas.openxmlformats.org/drawingml/2006/main">
              <a:ext uri="{FF2B5EF4-FFF2-40B4-BE49-F238E27FC236}">
                <a16:creationId xmlns:a16="http://schemas.microsoft.com/office/drawing/2014/main" id="{1759645E-7C4B-4172-AB62-DD816542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43300"/>
            <a:ext cx="438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5648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45648E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64" name="element-64">
            <a:extLst xmlns:a="http://schemas.openxmlformats.org/drawingml/2006/main">
              <a:ext uri="{FF2B5EF4-FFF2-40B4-BE49-F238E27FC236}">
                <a16:creationId xmlns:a16="http://schemas.microsoft.com/office/drawing/2014/main" id="{61CC84B4-594D-467D-9A44-51C3F6BA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52850"/>
            <a:ext cx="34671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8FCFF">
              <a:alpha val="70000"/>
            </a:srgbClr>
          </a:solidFill>
          <a:ln xmlns:a="http://schemas.openxmlformats.org/drawingml/2006/main" w="9525">
            <a:solidFill>
              <a:srgbClr val="BED5EE"/>
            </a:solidFill>
            <a:prstDash val="solid"/>
          </a:ln>
        </p:spPr>
      </p:sp>
      <p:sp>
        <p:nvSpPr>
          <p:cNvPr id="65" name="text-65">
            <a:extLst xmlns:a="http://schemas.openxmlformats.org/drawingml/2006/main">
              <a:ext uri="{FF2B5EF4-FFF2-40B4-BE49-F238E27FC236}">
                <a16:creationId xmlns:a16="http://schemas.microsoft.com/office/drawing/2014/main" id="{D364E10E-3A01-4480-B3F5-1395363D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81425"/>
            <a:ext cx="3114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탭별 비교 데이터</a:t>
            </a:r>
          </a:p>
        </p:txBody>
      </p:sp>
      <p:sp>
        <p:nvSpPr>
          <p:cNvPr id="66" name="element-66">
            <a:extLst xmlns:a="http://schemas.openxmlformats.org/drawingml/2006/main">
              <a:ext uri="{FF2B5EF4-FFF2-40B4-BE49-F238E27FC236}">
                <a16:creationId xmlns:a16="http://schemas.microsoft.com/office/drawing/2014/main" id="{241BAFC2-40DB-4341-9F92-B13CAB09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668" y="410241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text-67">
            <a:extLst xmlns:a="http://schemas.openxmlformats.org/drawingml/2006/main">
              <a:ext uri="{FF2B5EF4-FFF2-40B4-BE49-F238E27FC236}">
                <a16:creationId xmlns:a16="http://schemas.microsoft.com/office/drawing/2014/main" id="{9F9C01B2-8B8C-4914-992D-8E90D215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00500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카테고리별 비교 결과 · 변경 메시지</a:t>
            </a:r>
          </a:p>
        </p:txBody>
      </p:sp>
      <p:sp>
        <p:nvSpPr>
          <p:cNvPr id="68" name="element-68">
            <a:extLst xmlns:a="http://schemas.openxmlformats.org/drawingml/2006/main">
              <a:ext uri="{FF2B5EF4-FFF2-40B4-BE49-F238E27FC236}">
                <a16:creationId xmlns:a16="http://schemas.microsoft.com/office/drawing/2014/main" id="{C1F3176F-AB82-413D-AE04-F0AA2D97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668" y="43024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text-69">
            <a:extLst xmlns:a="http://schemas.openxmlformats.org/drawingml/2006/main">
              <a:ext uri="{FF2B5EF4-FFF2-40B4-BE49-F238E27FC236}">
                <a16:creationId xmlns:a16="http://schemas.microsoft.com/office/drawing/2014/main" id="{C74BA589-496A-4317-83CA-55D83FA0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00525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Requested / Tab Evidence</a:t>
            </a:r>
          </a:p>
        </p:txBody>
      </p:sp>
      <p:sp>
        <p:nvSpPr>
          <p:cNvPr id="70" name="vector-70">
            <a:extLst xmlns:a="http://schemas.openxmlformats.org/drawingml/2006/main">
              <a:ext uri="{FF2B5EF4-FFF2-40B4-BE49-F238E27FC236}">
                <a16:creationId xmlns:a16="http://schemas.microsoft.com/office/drawing/2014/main" id="{17B33D91-7A3C-4666-B0EF-9188FF80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946" y="1885950"/>
            <a:ext cx="317182" cy="352425"/>
          </a:xfrm>
          <a:custGeom xmlns:a="http://schemas.openxmlformats.org/drawingml/2006/main">
            <a:pathLst>
              <a:path w="317182" h="352425">
                <a:moveTo>
                  <a:pt x="158591" y="0"/>
                </a:moveTo>
                <a:lnTo>
                  <a:pt x="317182" y="77533"/>
                </a:lnTo>
                <a:lnTo>
                  <a:pt x="317182" y="267843"/>
                </a:lnTo>
                <a:lnTo>
                  <a:pt x="158591" y="352425"/>
                </a:lnTo>
                <a:lnTo>
                  <a:pt x="0" y="267843"/>
                </a:lnTo>
                <a:lnTo>
                  <a:pt x="0" y="77533"/>
                </a:lnTo>
                <a:lnTo>
                  <a:pt x="1585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9B9AC"/>
            </a:solidFill>
            <a:prstDash val="solid"/>
          </a:ln>
        </p:spPr>
      </p:sp>
      <p:sp>
        <p:nvSpPr>
          <p:cNvPr id="71" name="vector-71">
            <a:extLst xmlns:a="http://schemas.openxmlformats.org/drawingml/2006/main">
              <a:ext uri="{FF2B5EF4-FFF2-40B4-BE49-F238E27FC236}">
                <a16:creationId xmlns:a16="http://schemas.microsoft.com/office/drawing/2014/main" id="{032589E4-8555-42B1-A8E8-97250C7A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946" y="1963483"/>
            <a:ext cx="317182" cy="81058"/>
          </a:xfrm>
          <a:custGeom xmlns:a="http://schemas.openxmlformats.org/drawingml/2006/main">
            <a:pathLst>
              <a:path w="317182" h="81058">
                <a:moveTo>
                  <a:pt x="0" y="0"/>
                </a:moveTo>
                <a:lnTo>
                  <a:pt x="158591" y="81058"/>
                </a:lnTo>
                <a:lnTo>
                  <a:pt x="317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9B9AC"/>
            </a:solidFill>
            <a:prstDash val="solid"/>
          </a:ln>
        </p:spPr>
      </p:sp>
      <p:sp>
        <p:nvSpPr>
          <p:cNvPr id="72" name="vector-72">
            <a:extLst xmlns:a="http://schemas.openxmlformats.org/drawingml/2006/main">
              <a:ext uri="{FF2B5EF4-FFF2-40B4-BE49-F238E27FC236}">
                <a16:creationId xmlns:a16="http://schemas.microsoft.com/office/drawing/2014/main" id="{12287896-AB67-44BF-901A-BBABDB66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2044541"/>
            <a:ext cx="476" cy="193834"/>
          </a:xfrm>
          <a:custGeom xmlns:a="http://schemas.openxmlformats.org/drawingml/2006/main">
            <a:pathLst>
              <a:path w="476" h="193834">
                <a:moveTo>
                  <a:pt x="0" y="0"/>
                </a:moveTo>
                <a:lnTo>
                  <a:pt x="0" y="193834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9B9AC"/>
            </a:solidFill>
            <a:prstDash val="solid"/>
          </a:ln>
        </p:spPr>
      </p:sp>
      <p:sp>
        <p:nvSpPr>
          <p:cNvPr id="73" name="vector-73">
            <a:extLst xmlns:a="http://schemas.openxmlformats.org/drawingml/2006/main">
              <a:ext uri="{FF2B5EF4-FFF2-40B4-BE49-F238E27FC236}">
                <a16:creationId xmlns:a16="http://schemas.microsoft.com/office/drawing/2014/main" id="{350946F0-70C3-48C8-9C49-D2E0A1A7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946" y="2097405"/>
            <a:ext cx="317182" cy="56388"/>
          </a:xfrm>
          <a:custGeom xmlns:a="http://schemas.openxmlformats.org/drawingml/2006/main">
            <a:pathLst>
              <a:path w="317182" h="56388">
                <a:moveTo>
                  <a:pt x="0" y="56388"/>
                </a:moveTo>
                <a:lnTo>
                  <a:pt x="130397" y="0"/>
                </a:lnTo>
                <a:lnTo>
                  <a:pt x="200882" y="3524"/>
                </a:lnTo>
                <a:lnTo>
                  <a:pt x="317182" y="5638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E96D2"/>
            </a:solidFill>
            <a:prstDash val="solid"/>
          </a:ln>
        </p:spPr>
      </p:sp>
      <p:sp>
        <p:nvSpPr>
          <p:cNvPr id="74" name="text-74">
            <a:extLst xmlns:a="http://schemas.openxmlformats.org/drawingml/2006/main">
              <a:ext uri="{FF2B5EF4-FFF2-40B4-BE49-F238E27FC236}">
                <a16:creationId xmlns:a16="http://schemas.microsoft.com/office/drawing/2014/main" id="{9C62209F-9F92-4A64-AAD1-2B2CD1EA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1200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HAPI</a:t>
            </a:r>
          </a:p>
        </p:txBody>
      </p:sp>
      <p:sp>
        <p:nvSpPr>
          <p:cNvPr id="75" name="text-75">
            <a:extLst xmlns:a="http://schemas.openxmlformats.org/drawingml/2006/main">
              <a:ext uri="{FF2B5EF4-FFF2-40B4-BE49-F238E27FC236}">
                <a16:creationId xmlns:a16="http://schemas.microsoft.com/office/drawing/2014/main" id="{AB69C8E0-80B4-45C2-9DDD-B6901ECC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33625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사내 HAPI 실시간 조회</a:t>
            </a:r>
          </a:p>
        </p:txBody>
      </p:sp>
      <p:sp>
        <p:nvSpPr>
          <p:cNvPr id="76" name="element-76">
            <a:extLst xmlns:a="http://schemas.openxmlformats.org/drawingml/2006/main">
              <a:ext uri="{FF2B5EF4-FFF2-40B4-BE49-F238E27FC236}">
                <a16:creationId xmlns:a16="http://schemas.microsoft.com/office/drawing/2014/main" id="{4D331070-BD4B-46D2-8926-4EA7FE9D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67000"/>
            <a:ext cx="1609725" cy="2571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77" name="text-77">
            <a:extLst xmlns:a="http://schemas.openxmlformats.org/drawingml/2006/main">
              <a:ext uri="{FF2B5EF4-FFF2-40B4-BE49-F238E27FC236}">
                <a16:creationId xmlns:a16="http://schemas.microsoft.com/office/drawing/2014/main" id="{6B605782-7ED3-48D9-BC52-C7519189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67000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공정수순</a:t>
            </a:r>
          </a:p>
        </p:txBody>
      </p:sp>
      <p:sp>
        <p:nvSpPr>
          <p:cNvPr id="78" name="element-78">
            <a:extLst xmlns:a="http://schemas.openxmlformats.org/drawingml/2006/main">
              <a:ext uri="{FF2B5EF4-FFF2-40B4-BE49-F238E27FC236}">
                <a16:creationId xmlns:a16="http://schemas.microsoft.com/office/drawing/2014/main" id="{F3D5C011-9759-4C5A-B5A7-0E2E3D6A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1609725" cy="2571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79" name="text-79">
            <a:extLst xmlns:a="http://schemas.openxmlformats.org/drawingml/2006/main">
              <a:ext uri="{FF2B5EF4-FFF2-40B4-BE49-F238E27FC236}">
                <a16:creationId xmlns:a16="http://schemas.microsoft.com/office/drawing/2014/main" id="{D67721CC-8F09-4A52-9B56-B5E9B9B9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67000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Dedication</a:t>
            </a:r>
          </a:p>
        </p:txBody>
      </p:sp>
      <p:sp>
        <p:nvSpPr>
          <p:cNvPr id="80" name="element-80">
            <a:extLst xmlns:a="http://schemas.openxmlformats.org/drawingml/2006/main">
              <a:ext uri="{FF2B5EF4-FFF2-40B4-BE49-F238E27FC236}">
                <a16:creationId xmlns:a16="http://schemas.microsoft.com/office/drawing/2014/main" id="{63BBFF09-EDA1-4CF9-AE33-A638AF5F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971800"/>
            <a:ext cx="1609725" cy="2571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81" name="text-81">
            <a:extLst xmlns:a="http://schemas.openxmlformats.org/drawingml/2006/main">
              <a:ext uri="{FF2B5EF4-FFF2-40B4-BE49-F238E27FC236}">
                <a16:creationId xmlns:a16="http://schemas.microsoft.com/office/drawing/2014/main" id="{AEE455EA-B4D0-46AB-BD5B-0271B448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71800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Recipe</a:t>
            </a:r>
          </a:p>
        </p:txBody>
      </p:sp>
      <p:sp>
        <p:nvSpPr>
          <p:cNvPr id="82" name="element-82">
            <a:extLst xmlns:a="http://schemas.openxmlformats.org/drawingml/2006/main">
              <a:ext uri="{FF2B5EF4-FFF2-40B4-BE49-F238E27FC236}">
                <a16:creationId xmlns:a16="http://schemas.microsoft.com/office/drawing/2014/main" id="{2CE04D67-A84C-4F27-9E05-AD15C0D5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71800"/>
            <a:ext cx="1609725" cy="2571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83" name="text-83">
            <a:extLst xmlns:a="http://schemas.openxmlformats.org/drawingml/2006/main">
              <a:ext uri="{FF2B5EF4-FFF2-40B4-BE49-F238E27FC236}">
                <a16:creationId xmlns:a16="http://schemas.microsoft.com/office/drawing/2014/main" id="{72222ACA-6EEC-423A-A109-E7192959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71800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Spec</a:t>
            </a:r>
          </a:p>
        </p:txBody>
      </p:sp>
      <p:sp>
        <p:nvSpPr>
          <p:cNvPr id="84" name="element-84">
            <a:extLst xmlns:a="http://schemas.openxmlformats.org/drawingml/2006/main">
              <a:ext uri="{FF2B5EF4-FFF2-40B4-BE49-F238E27FC236}">
                <a16:creationId xmlns:a16="http://schemas.microsoft.com/office/drawing/2014/main" id="{94A920A4-67F3-42DF-8FA7-410FA735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76600"/>
            <a:ext cx="1609725" cy="2571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85" name="text-85">
            <a:extLst xmlns:a="http://schemas.openxmlformats.org/drawingml/2006/main">
              <a:ext uri="{FF2B5EF4-FFF2-40B4-BE49-F238E27FC236}">
                <a16:creationId xmlns:a16="http://schemas.microsoft.com/office/drawing/2014/main" id="{3F82D872-4FC9-4989-8BEC-5D9618B8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76600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Qtime</a:t>
            </a:r>
          </a:p>
        </p:txBody>
      </p:sp>
      <p:sp>
        <p:nvSpPr>
          <p:cNvPr id="86" name="element-86">
            <a:extLst xmlns:a="http://schemas.openxmlformats.org/drawingml/2006/main">
              <a:ext uri="{FF2B5EF4-FFF2-40B4-BE49-F238E27FC236}">
                <a16:creationId xmlns:a16="http://schemas.microsoft.com/office/drawing/2014/main" id="{83A00D5E-AD8C-46A9-9680-6487192D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76600"/>
            <a:ext cx="1609725" cy="2571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87" name="text-87">
            <a:extLst xmlns:a="http://schemas.openxmlformats.org/drawingml/2006/main">
              <a:ext uri="{FF2B5EF4-FFF2-40B4-BE49-F238E27FC236}">
                <a16:creationId xmlns:a16="http://schemas.microsoft.com/office/drawing/2014/main" id="{801CA0A4-8169-4498-8345-BA9B6592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76600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Dcol</a:t>
            </a:r>
          </a:p>
        </p:txBody>
      </p:sp>
      <p:sp>
        <p:nvSpPr>
          <p:cNvPr id="88" name="element-88">
            <a:extLst xmlns:a="http://schemas.openxmlformats.org/drawingml/2006/main">
              <a:ext uri="{FF2B5EF4-FFF2-40B4-BE49-F238E27FC236}">
                <a16:creationId xmlns:a16="http://schemas.microsoft.com/office/drawing/2014/main" id="{31F062E7-5DBF-44AE-A869-86FD4390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581400"/>
            <a:ext cx="1609725" cy="2571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89" name="text-89">
            <a:extLst xmlns:a="http://schemas.openxmlformats.org/drawingml/2006/main">
              <a:ext uri="{FF2B5EF4-FFF2-40B4-BE49-F238E27FC236}">
                <a16:creationId xmlns:a16="http://schemas.microsoft.com/office/drawing/2014/main" id="{C1FB2F12-D789-44E3-9542-E40B2637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81400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Reticle</a:t>
            </a:r>
          </a:p>
        </p:txBody>
      </p:sp>
      <p:sp>
        <p:nvSpPr>
          <p:cNvPr id="90" name="element-90">
            <a:extLst xmlns:a="http://schemas.openxmlformats.org/drawingml/2006/main">
              <a:ext uri="{FF2B5EF4-FFF2-40B4-BE49-F238E27FC236}">
                <a16:creationId xmlns:a16="http://schemas.microsoft.com/office/drawing/2014/main" id="{9428D665-54EA-44D6-A2DF-142386E0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81400"/>
            <a:ext cx="1609725" cy="2571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91" name="text-91">
            <a:extLst xmlns:a="http://schemas.openxmlformats.org/drawingml/2006/main">
              <a:ext uri="{FF2B5EF4-FFF2-40B4-BE49-F238E27FC236}">
                <a16:creationId xmlns:a16="http://schemas.microsoft.com/office/drawing/2014/main" id="{23B6F2D3-129E-4946-ACB8-D02FC1A9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81400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Rework</a:t>
            </a:r>
          </a:p>
        </p:txBody>
      </p:sp>
      <p:sp>
        <p:nvSpPr>
          <p:cNvPr id="92" name="element-92">
            <a:extLst xmlns:a="http://schemas.openxmlformats.org/drawingml/2006/main">
              <a:ext uri="{FF2B5EF4-FFF2-40B4-BE49-F238E27FC236}">
                <a16:creationId xmlns:a16="http://schemas.microsoft.com/office/drawing/2014/main" id="{74FB0083-D9C9-4F65-9441-018E1C39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886200"/>
            <a:ext cx="1609725" cy="2571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93" name="text-93">
            <a:extLst xmlns:a="http://schemas.openxmlformats.org/drawingml/2006/main">
              <a:ext uri="{FF2B5EF4-FFF2-40B4-BE49-F238E27FC236}">
                <a16:creationId xmlns:a16="http://schemas.microsoft.com/office/drawing/2014/main" id="{87C4ADB0-7159-4EDF-8517-AE3E1B1C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86200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Equipment</a:t>
            </a:r>
          </a:p>
        </p:txBody>
      </p:sp>
      <p:sp>
        <p:nvSpPr>
          <p:cNvPr id="94" name="element-94">
            <a:extLst xmlns:a="http://schemas.openxmlformats.org/drawingml/2006/main">
              <a:ext uri="{FF2B5EF4-FFF2-40B4-BE49-F238E27FC236}">
                <a16:creationId xmlns:a16="http://schemas.microsoft.com/office/drawing/2014/main" id="{6A1F032B-28CF-4F69-8326-55023EFD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86200"/>
            <a:ext cx="1609725" cy="2571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95" name="text-95">
            <a:extLst xmlns:a="http://schemas.openxmlformats.org/drawingml/2006/main">
              <a:ext uri="{FF2B5EF4-FFF2-40B4-BE49-F238E27FC236}">
                <a16:creationId xmlns:a16="http://schemas.microsoft.com/office/drawing/2014/main" id="{4DB3E32E-2651-4D48-B8A9-6F6BC966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86200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LPN</a:t>
            </a:r>
          </a:p>
        </p:txBody>
      </p:sp>
      <p:sp>
        <p:nvSpPr>
          <p:cNvPr id="96" name="text-96">
            <a:extLst xmlns:a="http://schemas.openxmlformats.org/drawingml/2006/main">
              <a:ext uri="{FF2B5EF4-FFF2-40B4-BE49-F238E27FC236}">
                <a16:creationId xmlns:a16="http://schemas.microsoft.com/office/drawing/2014/main" id="{690E0A7E-DDEE-4C58-980E-092D487A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76725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Ref / New Route 데이터 조회</a:t>
            </a:r>
          </a:p>
        </p:txBody>
      </p:sp>
      <p:sp>
        <p:nvSpPr>
          <p:cNvPr id="97" name="vector-97">
            <a:extLst xmlns:a="http://schemas.openxmlformats.org/drawingml/2006/main">
              <a:ext uri="{FF2B5EF4-FFF2-40B4-BE49-F238E27FC236}">
                <a16:creationId xmlns:a16="http://schemas.microsoft.com/office/drawing/2014/main" id="{C9B08B7B-98DE-402D-8523-59F9F93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2200275"/>
            <a:ext cx="1181100" cy="419862"/>
          </a:xfrm>
          <a:custGeom xmlns:a="http://schemas.openxmlformats.org/drawingml/2006/main">
            <a:pathLst>
              <a:path w="1181100" h="419862">
                <a:moveTo>
                  <a:pt x="590550" y="0"/>
                </a:moveTo>
                <a:lnTo>
                  <a:pt x="1181100" y="204407"/>
                </a:lnTo>
                <a:lnTo>
                  <a:pt x="590550" y="419862"/>
                </a:lnTo>
                <a:lnTo>
                  <a:pt x="0" y="204407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CFD6FC"/>
              </a:gs>
              <a:gs pos="100000">
                <a:srgbClr val="8A9DF0"/>
              </a:gs>
            </a:gsLst>
            <a:lin ang="5400000"/>
          </a:gradFill>
          <a:ln xmlns:a="http://schemas.openxmlformats.org/drawingml/2006/main" w="9525">
            <a:solidFill>
              <a:srgbClr val="A6B5F2"/>
            </a:solidFill>
            <a:prstDash val="solid"/>
          </a:ln>
        </p:spPr>
      </p:sp>
      <p:sp>
        <p:nvSpPr>
          <p:cNvPr id="98" name="vector-98">
            <a:extLst xmlns:a="http://schemas.openxmlformats.org/drawingml/2006/main">
              <a:ext uri="{FF2B5EF4-FFF2-40B4-BE49-F238E27FC236}">
                <a16:creationId xmlns:a16="http://schemas.microsoft.com/office/drawing/2014/main" id="{1AD861F4-8779-4910-9FE8-83A58DCB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2404682"/>
            <a:ext cx="1181100" cy="215455"/>
          </a:xfrm>
          <a:custGeom xmlns:a="http://schemas.openxmlformats.org/drawingml/2006/main">
            <a:pathLst>
              <a:path w="1181100" h="215455">
                <a:moveTo>
                  <a:pt x="0" y="0"/>
                </a:moveTo>
                <a:lnTo>
                  <a:pt x="590550" y="215455"/>
                </a:lnTo>
                <a:lnTo>
                  <a:pt x="1181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7CE2"/>
            </a:solidFill>
            <a:prstDash val="solid"/>
          </a:ln>
        </p:spPr>
      </p:sp>
      <p:sp>
        <p:nvSpPr>
          <p:cNvPr id="99" name="vector-99">
            <a:extLst xmlns:a="http://schemas.openxmlformats.org/drawingml/2006/main">
              <a:ext uri="{FF2B5EF4-FFF2-40B4-BE49-F238E27FC236}">
                <a16:creationId xmlns:a16="http://schemas.microsoft.com/office/drawing/2014/main" id="{515C0C41-8944-460A-AB1C-9FA380AA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2038350"/>
            <a:ext cx="1181100" cy="419862"/>
          </a:xfrm>
          <a:custGeom xmlns:a="http://schemas.openxmlformats.org/drawingml/2006/main">
            <a:pathLst>
              <a:path w="1181100" h="419862">
                <a:moveTo>
                  <a:pt x="590550" y="0"/>
                </a:moveTo>
                <a:lnTo>
                  <a:pt x="1181100" y="204407"/>
                </a:lnTo>
                <a:lnTo>
                  <a:pt x="590550" y="419862"/>
                </a:lnTo>
                <a:lnTo>
                  <a:pt x="0" y="204407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8EBFF"/>
              </a:gs>
              <a:gs pos="100000">
                <a:srgbClr val="BFCBFE"/>
              </a:gs>
            </a:gsLst>
            <a:lin ang="5400000"/>
          </a:gradFill>
          <a:ln xmlns:a="http://schemas.openxmlformats.org/drawingml/2006/main" w="9525">
            <a:solidFill>
              <a:srgbClr val="A6B5F2"/>
            </a:solidFill>
            <a:prstDash val="solid"/>
          </a:ln>
        </p:spPr>
      </p:sp>
      <p:sp>
        <p:nvSpPr>
          <p:cNvPr id="100" name="vector-100">
            <a:extLst xmlns:a="http://schemas.openxmlformats.org/drawingml/2006/main">
              <a:ext uri="{FF2B5EF4-FFF2-40B4-BE49-F238E27FC236}">
                <a16:creationId xmlns:a16="http://schemas.microsoft.com/office/drawing/2014/main" id="{9E166917-F0D3-440F-BF4F-13CF2E88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2242757"/>
            <a:ext cx="1181100" cy="215455"/>
          </a:xfrm>
          <a:custGeom xmlns:a="http://schemas.openxmlformats.org/drawingml/2006/main">
            <a:pathLst>
              <a:path w="1181100" h="215455">
                <a:moveTo>
                  <a:pt x="0" y="0"/>
                </a:moveTo>
                <a:lnTo>
                  <a:pt x="590550" y="215455"/>
                </a:lnTo>
                <a:lnTo>
                  <a:pt x="1181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5A7F1"/>
            </a:solidFill>
            <a:prstDash val="solid"/>
          </a:ln>
        </p:spPr>
      </p:sp>
      <p:sp>
        <p:nvSpPr>
          <p:cNvPr id="101" name="vector-101">
            <a:extLst xmlns:a="http://schemas.openxmlformats.org/drawingml/2006/main">
              <a:ext uri="{FF2B5EF4-FFF2-40B4-BE49-F238E27FC236}">
                <a16:creationId xmlns:a16="http://schemas.microsoft.com/office/drawing/2014/main" id="{CC0566D1-328D-4353-A6C3-D5BD168F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1876425"/>
            <a:ext cx="1181100" cy="419862"/>
          </a:xfrm>
          <a:custGeom xmlns:a="http://schemas.openxmlformats.org/drawingml/2006/main">
            <a:pathLst>
              <a:path w="1181100" h="419862">
                <a:moveTo>
                  <a:pt x="590550" y="0"/>
                </a:moveTo>
                <a:lnTo>
                  <a:pt x="1181100" y="204407"/>
                </a:lnTo>
                <a:lnTo>
                  <a:pt x="590550" y="419862"/>
                </a:lnTo>
                <a:lnTo>
                  <a:pt x="0" y="204407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8EBFF"/>
              </a:gs>
              <a:gs pos="100000">
                <a:srgbClr val="BFCBFE"/>
              </a:gs>
            </a:gsLst>
            <a:lin ang="5400000"/>
          </a:gradFill>
          <a:ln xmlns:a="http://schemas.openxmlformats.org/drawingml/2006/main" w="9525">
            <a:solidFill>
              <a:srgbClr val="A6B5F2"/>
            </a:solidFill>
            <a:prstDash val="solid"/>
          </a:ln>
        </p:spPr>
      </p:sp>
      <p:sp>
        <p:nvSpPr>
          <p:cNvPr id="102" name="vector-102">
            <a:extLst xmlns:a="http://schemas.openxmlformats.org/drawingml/2006/main">
              <a:ext uri="{FF2B5EF4-FFF2-40B4-BE49-F238E27FC236}">
                <a16:creationId xmlns:a16="http://schemas.microsoft.com/office/drawing/2014/main" id="{0FF44A52-C7E5-420E-ADAF-C3D3534C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2080832"/>
            <a:ext cx="1181100" cy="215455"/>
          </a:xfrm>
          <a:custGeom xmlns:a="http://schemas.openxmlformats.org/drawingml/2006/main">
            <a:pathLst>
              <a:path w="1181100" h="215455">
                <a:moveTo>
                  <a:pt x="0" y="0"/>
                </a:moveTo>
                <a:lnTo>
                  <a:pt x="590550" y="215455"/>
                </a:lnTo>
                <a:lnTo>
                  <a:pt x="1181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5A7F1"/>
            </a:solidFill>
            <a:prstDash val="solid"/>
          </a:ln>
        </p:spPr>
      </p:sp>
      <p:sp>
        <p:nvSpPr>
          <p:cNvPr id="103" name="text-103">
            <a:extLst xmlns:a="http://schemas.openxmlformats.org/drawingml/2006/main">
              <a:ext uri="{FF2B5EF4-FFF2-40B4-BE49-F238E27FC236}">
                <a16:creationId xmlns:a16="http://schemas.microsoft.com/office/drawing/2014/main" id="{C93B4A6F-1612-4F86-BE57-A9EB445D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952750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요청 정보 + 탭별 비교 데이터</a:t>
            </a:r>
          </a:p>
        </p:txBody>
      </p:sp>
      <p:sp>
        <p:nvSpPr>
          <p:cNvPr id="104" name="element-104">
            <a:extLst xmlns:a="http://schemas.openxmlformats.org/drawingml/2006/main">
              <a:ext uri="{FF2B5EF4-FFF2-40B4-BE49-F238E27FC236}">
                <a16:creationId xmlns:a16="http://schemas.microsoft.com/office/drawing/2014/main" id="{D5CC531A-0C20-45BB-AE03-9482DC49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362325"/>
            <a:ext cx="1695450" cy="1019175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9525">
            <a:solidFill>
              <a:srgbClr val="DBD5F1"/>
            </a:solidFill>
            <a:prstDash val="solid"/>
          </a:ln>
        </p:spPr>
      </p:sp>
      <p:sp>
        <p:nvSpPr>
          <p:cNvPr id="105" name="text-105">
            <a:extLst xmlns:a="http://schemas.openxmlformats.org/drawingml/2006/main">
              <a:ext uri="{FF2B5EF4-FFF2-40B4-BE49-F238E27FC236}">
                <a16:creationId xmlns:a16="http://schemas.microsoft.com/office/drawing/2014/main" id="{76F83380-13B1-4984-8525-3C92D268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457575"/>
            <a:ext cx="144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Requested Data</a:t>
            </a:r>
          </a:p>
        </p:txBody>
      </p:sp>
      <p:sp>
        <p:nvSpPr>
          <p:cNvPr id="106" name="element-106">
            <a:extLst xmlns:a="http://schemas.openxmlformats.org/drawingml/2006/main">
              <a:ext uri="{FF2B5EF4-FFF2-40B4-BE49-F238E27FC236}">
                <a16:creationId xmlns:a16="http://schemas.microsoft.com/office/drawing/2014/main" id="{36BA4309-AEB1-4CA0-8596-08AA8F45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7593" y="387381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text-107">
            <a:extLst xmlns:a="http://schemas.openxmlformats.org/drawingml/2006/main">
              <a:ext uri="{FF2B5EF4-FFF2-40B4-BE49-F238E27FC236}">
                <a16:creationId xmlns:a16="http://schemas.microsoft.com/office/drawing/2014/main" id="{7E7FDEA1-CA9D-42C0-B69A-FF15E8D2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771900"/>
            <a:ext cx="1314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사용자가 의도한</a:t>
            </a:r>
          </a:p>
        </p:txBody>
      </p:sp>
      <p:sp>
        <p:nvSpPr>
          <p:cNvPr id="108" name="text-108">
            <a:extLst xmlns:a="http://schemas.openxmlformats.org/drawingml/2006/main">
              <a:ext uri="{FF2B5EF4-FFF2-40B4-BE49-F238E27FC236}">
                <a16:creationId xmlns:a16="http://schemas.microsoft.com/office/drawing/2014/main" id="{883D2294-8A5F-4365-AB36-4AEB0FC7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0195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변경사항</a:t>
            </a:r>
          </a:p>
        </p:txBody>
      </p:sp>
      <p:sp>
        <p:nvSpPr>
          <p:cNvPr id="109" name="element-109">
            <a:extLst xmlns:a="http://schemas.openxmlformats.org/drawingml/2006/main">
              <a:ext uri="{FF2B5EF4-FFF2-40B4-BE49-F238E27FC236}">
                <a16:creationId xmlns:a16="http://schemas.microsoft.com/office/drawing/2014/main" id="{068F4241-661C-4108-8B74-093F5CDA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3362325"/>
            <a:ext cx="1704975" cy="1019175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9525">
            <a:solidFill>
              <a:srgbClr val="DBD5F1"/>
            </a:solidFill>
            <a:prstDash val="solid"/>
          </a:ln>
        </p:spPr>
      </p:sp>
      <p:sp>
        <p:nvSpPr>
          <p:cNvPr id="110" name="text-110">
            <a:extLst xmlns:a="http://schemas.openxmlformats.org/drawingml/2006/main">
              <a:ext uri="{FF2B5EF4-FFF2-40B4-BE49-F238E27FC236}">
                <a16:creationId xmlns:a16="http://schemas.microsoft.com/office/drawing/2014/main" id="{18CFA432-4205-48D8-9A6F-2940FBF9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457575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Tab Evidence</a:t>
            </a:r>
          </a:p>
        </p:txBody>
      </p:sp>
      <p:sp>
        <p:nvSpPr>
          <p:cNvPr id="111" name="element-111">
            <a:extLst xmlns:a="http://schemas.openxmlformats.org/drawingml/2006/main">
              <a:ext uri="{FF2B5EF4-FFF2-40B4-BE49-F238E27FC236}">
                <a16:creationId xmlns:a16="http://schemas.microsoft.com/office/drawing/2014/main" id="{AE525DDE-415D-414D-9590-809058C3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6393" y="387381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text-112">
            <a:extLst xmlns:a="http://schemas.openxmlformats.org/drawingml/2006/main">
              <a:ext uri="{FF2B5EF4-FFF2-40B4-BE49-F238E27FC236}">
                <a16:creationId xmlns:a16="http://schemas.microsoft.com/office/drawing/2014/main" id="{50E2D6A6-99F0-4217-A39F-31322E37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3771900"/>
            <a:ext cx="1314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카테고리별</a:t>
            </a:r>
          </a:p>
        </p:txBody>
      </p:sp>
      <p:sp>
        <p:nvSpPr>
          <p:cNvPr id="113" name="text-113">
            <a:extLst xmlns:a="http://schemas.openxmlformats.org/drawingml/2006/main">
              <a:ext uri="{FF2B5EF4-FFF2-40B4-BE49-F238E27FC236}">
                <a16:creationId xmlns:a16="http://schemas.microsoft.com/office/drawing/2014/main" id="{98BFEDD9-4F68-4465-B074-2E831184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4019550"/>
            <a:ext cx="1343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7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177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Ref / New 비교 결과</a:t>
            </a:r>
          </a:p>
        </p:txBody>
      </p:sp>
      <p:sp>
        <p:nvSpPr>
          <p:cNvPr id="114" name="vector-114">
            <a:extLst xmlns:a="http://schemas.openxmlformats.org/drawingml/2006/main">
              <a:ext uri="{FF2B5EF4-FFF2-40B4-BE49-F238E27FC236}">
                <a16:creationId xmlns:a16="http://schemas.microsoft.com/office/drawing/2014/main" id="{D1B89406-95AB-4EBC-BBA0-0FCBACF8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76575"/>
            <a:ext cx="190500" cy="476"/>
          </a:xfrm>
          <a:custGeom xmlns:a="http://schemas.openxmlformats.org/drawingml/2006/main">
            <a:pathLst>
              <a:path w="190500" h="476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15" name="vector-115">
            <a:extLst xmlns:a="http://schemas.openxmlformats.org/drawingml/2006/main">
              <a:ext uri="{FF2B5EF4-FFF2-40B4-BE49-F238E27FC236}">
                <a16:creationId xmlns:a16="http://schemas.microsoft.com/office/drawing/2014/main" id="{E31564A8-F3E7-4115-B0C6-C4BBB987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223" y="3018931"/>
            <a:ext cx="75827" cy="115288"/>
          </a:xfrm>
          <a:custGeom xmlns:a="http://schemas.openxmlformats.org/drawingml/2006/main">
            <a:pathLst>
              <a:path w="75827" h="115288">
                <a:moveTo>
                  <a:pt x="0" y="115288"/>
                </a:moveTo>
                <a:lnTo>
                  <a:pt x="75827" y="5764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16" name="vector-116">
            <a:extLst xmlns:a="http://schemas.openxmlformats.org/drawingml/2006/main">
              <a:ext uri="{FF2B5EF4-FFF2-40B4-BE49-F238E27FC236}">
                <a16:creationId xmlns:a16="http://schemas.microsoft.com/office/drawing/2014/main" id="{0DFFADCC-85EE-4F63-867F-796A6FBA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76575"/>
            <a:ext cx="200025" cy="476"/>
          </a:xfrm>
          <a:custGeom xmlns:a="http://schemas.openxmlformats.org/drawingml/2006/main">
            <a:pathLst>
              <a:path w="200025" h="476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17" name="vector-117">
            <a:extLst xmlns:a="http://schemas.openxmlformats.org/drawingml/2006/main">
              <a:ext uri="{FF2B5EF4-FFF2-40B4-BE49-F238E27FC236}">
                <a16:creationId xmlns:a16="http://schemas.microsoft.com/office/drawing/2014/main" id="{0B6103F7-8B1D-47CD-930C-467D7F2B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498" y="3018931"/>
            <a:ext cx="75827" cy="115288"/>
          </a:xfrm>
          <a:custGeom xmlns:a="http://schemas.openxmlformats.org/drawingml/2006/main">
            <a:pathLst>
              <a:path w="75827" h="115288">
                <a:moveTo>
                  <a:pt x="0" y="115288"/>
                </a:moveTo>
                <a:lnTo>
                  <a:pt x="75827" y="5764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18" name="vector-118">
            <a:extLst xmlns:a="http://schemas.openxmlformats.org/drawingml/2006/main">
              <a:ext uri="{FF2B5EF4-FFF2-40B4-BE49-F238E27FC236}">
                <a16:creationId xmlns:a16="http://schemas.microsoft.com/office/drawing/2014/main" id="{DD1727C8-9AA6-486A-A9AA-4A6E03CE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076575"/>
            <a:ext cx="200025" cy="476"/>
          </a:xfrm>
          <a:custGeom xmlns:a="http://schemas.openxmlformats.org/drawingml/2006/main">
            <a:pathLst>
              <a:path w="200025" h="476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19" name="vector-119">
            <a:extLst xmlns:a="http://schemas.openxmlformats.org/drawingml/2006/main">
              <a:ext uri="{FF2B5EF4-FFF2-40B4-BE49-F238E27FC236}">
                <a16:creationId xmlns:a16="http://schemas.microsoft.com/office/drawing/2014/main" id="{75123215-5468-4CD6-AEC2-71D05833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723" y="3018931"/>
            <a:ext cx="75827" cy="115288"/>
          </a:xfrm>
          <a:custGeom xmlns:a="http://schemas.openxmlformats.org/drawingml/2006/main">
            <a:pathLst>
              <a:path w="75827" h="115288">
                <a:moveTo>
                  <a:pt x="0" y="115288"/>
                </a:moveTo>
                <a:lnTo>
                  <a:pt x="75827" y="5764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20" name="vector-120">
            <a:extLst xmlns:a="http://schemas.openxmlformats.org/drawingml/2006/main">
              <a:ext uri="{FF2B5EF4-FFF2-40B4-BE49-F238E27FC236}">
                <a16:creationId xmlns:a16="http://schemas.microsoft.com/office/drawing/2014/main" id="{C9B5DBAD-7DFD-43F8-A381-3CE66759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581525"/>
            <a:ext cx="476" cy="257175"/>
          </a:xfrm>
          <a:custGeom xmlns:a="http://schemas.openxmlformats.org/drawingml/2006/main">
            <a:pathLst>
              <a:path w="476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45648E"/>
            </a:solidFill>
            <a:prstDash val="solid"/>
          </a:ln>
        </p:spPr>
      </p:sp>
      <p:sp>
        <p:nvSpPr>
          <p:cNvPr id="121" name="vector-121">
            <a:extLst xmlns:a="http://schemas.openxmlformats.org/drawingml/2006/main">
              <a:ext uri="{FF2B5EF4-FFF2-40B4-BE49-F238E27FC236}">
                <a16:creationId xmlns:a16="http://schemas.microsoft.com/office/drawing/2014/main" id="{CC5C08BD-747D-48BE-91B1-70DB5458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38700"/>
            <a:ext cx="11296650" cy="476"/>
          </a:xfrm>
          <a:custGeom xmlns:a="http://schemas.openxmlformats.org/drawingml/2006/main">
            <a:pathLst>
              <a:path w="11296650" h="476">
                <a:moveTo>
                  <a:pt x="112966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45648E"/>
            </a:solidFill>
            <a:prstDash val="solid"/>
          </a:ln>
        </p:spPr>
      </p:sp>
      <p:sp>
        <p:nvSpPr>
          <p:cNvPr id="122" name="vector-122">
            <a:extLst xmlns:a="http://schemas.openxmlformats.org/drawingml/2006/main">
              <a:ext uri="{FF2B5EF4-FFF2-40B4-BE49-F238E27FC236}">
                <a16:creationId xmlns:a16="http://schemas.microsoft.com/office/drawing/2014/main" id="{57938125-19FC-451F-A469-CA0396A2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38700"/>
            <a:ext cx="476" cy="209550"/>
          </a:xfrm>
          <a:custGeom xmlns:a="http://schemas.openxmlformats.org/drawingml/2006/main">
            <a:pathLst>
              <a:path w="476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23" name="vector-123">
            <a:extLst xmlns:a="http://schemas.openxmlformats.org/drawingml/2006/main">
              <a:ext uri="{FF2B5EF4-FFF2-40B4-BE49-F238E27FC236}">
                <a16:creationId xmlns:a16="http://schemas.microsoft.com/office/drawing/2014/main" id="{2AC9F83F-CD41-4380-B6B6-B6DF5A28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456" y="4972423"/>
            <a:ext cx="115288" cy="75827"/>
          </a:xfrm>
          <a:custGeom xmlns:a="http://schemas.openxmlformats.org/drawingml/2006/main">
            <a:pathLst>
              <a:path w="115288" h="75827">
                <a:moveTo>
                  <a:pt x="0" y="0"/>
                </a:moveTo>
                <a:lnTo>
                  <a:pt x="57644" y="75827"/>
                </a:lnTo>
                <a:lnTo>
                  <a:pt x="115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24" name="element-124">
            <a:extLst xmlns:a="http://schemas.openxmlformats.org/drawingml/2006/main">
              <a:ext uri="{FF2B5EF4-FFF2-40B4-BE49-F238E27FC236}">
                <a16:creationId xmlns:a16="http://schemas.microsoft.com/office/drawing/2014/main" id="{D9A0DE85-21B7-40F4-8AB0-723F86F2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4638675" cy="2952750"/>
          </a:xfrm>
          <a:prstGeom xmlns:a="http://schemas.openxmlformats.org/drawingml/2006/main" prst="roundRect">
            <a:avLst>
              <a:gd name="adj" fmla="val 3226"/>
            </a:avLst>
          </a:prstGeom>
          <a:gradFill xmlns:a="http://schemas.openxmlformats.org/drawingml/2006/main">
            <a:gsLst>
              <a:gs pos="0">
                <a:srgbClr val="F2EFFF"/>
              </a:gs>
              <a:gs pos="100000">
                <a:srgbClr val="F8F6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25" name="text-125">
            <a:extLst xmlns:a="http://schemas.openxmlformats.org/drawingml/2006/main">
              <a:ext uri="{FF2B5EF4-FFF2-40B4-BE49-F238E27FC236}">
                <a16:creationId xmlns:a16="http://schemas.microsoft.com/office/drawing/2014/main" id="{30F32B74-6C34-4E88-AD00-E1E33D15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33975"/>
            <a:ext cx="43719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LLM 분석</a:t>
            </a:r>
          </a:p>
        </p:txBody>
      </p:sp>
      <p:sp>
        <p:nvSpPr>
          <p:cNvPr id="126" name="element-126">
            <a:extLst xmlns:a="http://schemas.openxmlformats.org/drawingml/2006/main">
              <a:ext uri="{FF2B5EF4-FFF2-40B4-BE49-F238E27FC236}">
                <a16:creationId xmlns:a16="http://schemas.microsoft.com/office/drawing/2014/main" id="{7F966336-C204-4955-96D8-24BE3B06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048250"/>
            <a:ext cx="4638675" cy="2952750"/>
          </a:xfrm>
          <a:prstGeom xmlns:a="http://schemas.openxmlformats.org/drawingml/2006/main" prst="roundRect">
            <a:avLst>
              <a:gd name="adj" fmla="val 3226"/>
            </a:avLst>
          </a:prstGeom>
          <a:gradFill xmlns:a="http://schemas.openxmlformats.org/drawingml/2006/main">
            <a:gsLst>
              <a:gs pos="0">
                <a:srgbClr val="F0EDFD"/>
              </a:gs>
              <a:gs pos="100000">
                <a:srgbClr val="F7F5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27" name="text-127">
            <a:extLst xmlns:a="http://schemas.openxmlformats.org/drawingml/2006/main">
              <a:ext uri="{FF2B5EF4-FFF2-40B4-BE49-F238E27FC236}">
                <a16:creationId xmlns:a16="http://schemas.microsoft.com/office/drawing/2014/main" id="{C348340F-DCA3-4996-9739-5139DAC8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133975"/>
            <a:ext cx="43719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분석 결과</a:t>
            </a:r>
          </a:p>
        </p:txBody>
      </p:sp>
      <p:sp>
        <p:nvSpPr>
          <p:cNvPr id="128" name="element-128">
            <a:extLst xmlns:a="http://schemas.openxmlformats.org/drawingml/2006/main">
              <a:ext uri="{FF2B5EF4-FFF2-40B4-BE49-F238E27FC236}">
                <a16:creationId xmlns:a16="http://schemas.microsoft.com/office/drawing/2014/main" id="{293AA2E4-D04A-45E0-AF23-B549A5FD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048250"/>
            <a:ext cx="4705350" cy="2952750"/>
          </a:xfrm>
          <a:prstGeom xmlns:a="http://schemas.openxmlformats.org/drawingml/2006/main" prst="roundRect">
            <a:avLst>
              <a:gd name="adj" fmla="val 3226"/>
            </a:avLst>
          </a:prstGeom>
          <a:gradFill xmlns:a="http://schemas.openxmlformats.org/drawingml/2006/main">
            <a:gsLst>
              <a:gs pos="0">
                <a:srgbClr val="F3F0FC"/>
              </a:gs>
              <a:gs pos="100000">
                <a:srgbClr val="F8F6FE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29" name="text-129">
            <a:extLst xmlns:a="http://schemas.openxmlformats.org/drawingml/2006/main">
              <a:ext uri="{FF2B5EF4-FFF2-40B4-BE49-F238E27FC236}">
                <a16:creationId xmlns:a16="http://schemas.microsoft.com/office/drawing/2014/main" id="{FE8B2C25-FD53-4E6C-95EE-1EBBAF4B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133975"/>
            <a:ext cx="4438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보고서 생성</a:t>
            </a:r>
          </a:p>
        </p:txBody>
      </p:sp>
      <p:sp>
        <p:nvSpPr>
          <p:cNvPr id="130" name="vector-130">
            <a:extLst xmlns:a="http://schemas.openxmlformats.org/drawingml/2006/main">
              <a:ext uri="{FF2B5EF4-FFF2-40B4-BE49-F238E27FC236}">
                <a16:creationId xmlns:a16="http://schemas.microsoft.com/office/drawing/2014/main" id="{B8BCA514-9F1E-4CA2-9341-CD043F24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03" y="5724713"/>
            <a:ext cx="266872" cy="515902"/>
          </a:xfrm>
          <a:custGeom xmlns:a="http://schemas.openxmlformats.org/drawingml/2006/main">
            <a:pathLst>
              <a:path w="266872" h="515902">
                <a:moveTo>
                  <a:pt x="266872" y="37912"/>
                </a:moveTo>
                <a:lnTo>
                  <a:pt x="252942" y="19897"/>
                </a:lnTo>
                <a:lnTo>
                  <a:pt x="235013" y="7667"/>
                </a:lnTo>
                <a:lnTo>
                  <a:pt x="214591" y="1082"/>
                </a:lnTo>
                <a:lnTo>
                  <a:pt x="193181" y="0"/>
                </a:lnTo>
                <a:lnTo>
                  <a:pt x="172289" y="4280"/>
                </a:lnTo>
                <a:lnTo>
                  <a:pt x="153419" y="13782"/>
                </a:lnTo>
                <a:lnTo>
                  <a:pt x="138077" y="28363"/>
                </a:lnTo>
                <a:lnTo>
                  <a:pt x="127768" y="47884"/>
                </a:lnTo>
                <a:lnTo>
                  <a:pt x="123997" y="72202"/>
                </a:lnTo>
                <a:lnTo>
                  <a:pt x="90970" y="72186"/>
                </a:lnTo>
                <a:lnTo>
                  <a:pt x="64245" y="78850"/>
                </a:lnTo>
                <a:lnTo>
                  <a:pt x="43776" y="90829"/>
                </a:lnTo>
                <a:lnTo>
                  <a:pt x="29516" y="106758"/>
                </a:lnTo>
                <a:lnTo>
                  <a:pt x="21418" y="125275"/>
                </a:lnTo>
                <a:lnTo>
                  <a:pt x="19434" y="145015"/>
                </a:lnTo>
                <a:lnTo>
                  <a:pt x="23519" y="164614"/>
                </a:lnTo>
                <a:lnTo>
                  <a:pt x="33624" y="182708"/>
                </a:lnTo>
                <a:lnTo>
                  <a:pt x="49702" y="197932"/>
                </a:lnTo>
                <a:lnTo>
                  <a:pt x="25471" y="221693"/>
                </a:lnTo>
                <a:lnTo>
                  <a:pt x="9517" y="246631"/>
                </a:lnTo>
                <a:lnTo>
                  <a:pt x="1231" y="271804"/>
                </a:lnTo>
                <a:lnTo>
                  <a:pt x="0" y="296271"/>
                </a:lnTo>
                <a:lnTo>
                  <a:pt x="5213" y="319091"/>
                </a:lnTo>
                <a:lnTo>
                  <a:pt x="16259" y="339325"/>
                </a:lnTo>
                <a:lnTo>
                  <a:pt x="32526" y="356031"/>
                </a:lnTo>
                <a:lnTo>
                  <a:pt x="53403" y="368269"/>
                </a:lnTo>
                <a:lnTo>
                  <a:pt x="78277" y="375097"/>
                </a:lnTo>
                <a:lnTo>
                  <a:pt x="74491" y="401383"/>
                </a:lnTo>
                <a:lnTo>
                  <a:pt x="77619" y="426210"/>
                </a:lnTo>
                <a:lnTo>
                  <a:pt x="86532" y="448545"/>
                </a:lnTo>
                <a:lnTo>
                  <a:pt x="100103" y="467352"/>
                </a:lnTo>
                <a:lnTo>
                  <a:pt x="117201" y="481597"/>
                </a:lnTo>
                <a:lnTo>
                  <a:pt x="136697" y="490244"/>
                </a:lnTo>
                <a:lnTo>
                  <a:pt x="157464" y="492258"/>
                </a:lnTo>
                <a:lnTo>
                  <a:pt x="178372" y="486606"/>
                </a:lnTo>
                <a:lnTo>
                  <a:pt x="198292" y="472252"/>
                </a:lnTo>
                <a:lnTo>
                  <a:pt x="206665" y="491984"/>
                </a:lnTo>
                <a:lnTo>
                  <a:pt x="216167" y="505648"/>
                </a:lnTo>
                <a:lnTo>
                  <a:pt x="226232" y="513527"/>
                </a:lnTo>
                <a:lnTo>
                  <a:pt x="236298" y="515902"/>
                </a:lnTo>
                <a:lnTo>
                  <a:pt x="245800" y="513056"/>
                </a:lnTo>
                <a:lnTo>
                  <a:pt x="254172" y="505272"/>
                </a:lnTo>
                <a:lnTo>
                  <a:pt x="260852" y="492831"/>
                </a:lnTo>
                <a:lnTo>
                  <a:pt x="265273" y="476015"/>
                </a:lnTo>
                <a:lnTo>
                  <a:pt x="266872" y="455107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7466E7"/>
            </a:solidFill>
            <a:prstDash val="solid"/>
          </a:ln>
        </p:spPr>
      </p:sp>
      <p:sp>
        <p:nvSpPr>
          <p:cNvPr id="131" name="vector-131">
            <a:extLst xmlns:a="http://schemas.openxmlformats.org/drawingml/2006/main">
              <a:ext uri="{FF2B5EF4-FFF2-40B4-BE49-F238E27FC236}">
                <a16:creationId xmlns:a16="http://schemas.microsoft.com/office/drawing/2014/main" id="{339B7F3A-3D1C-49A0-8B47-E9D6C9E0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24713"/>
            <a:ext cx="266872" cy="515902"/>
          </a:xfrm>
          <a:custGeom xmlns:a="http://schemas.openxmlformats.org/drawingml/2006/main">
            <a:pathLst>
              <a:path w="266872" h="515902">
                <a:moveTo>
                  <a:pt x="0" y="37912"/>
                </a:moveTo>
                <a:lnTo>
                  <a:pt x="13931" y="19897"/>
                </a:lnTo>
                <a:lnTo>
                  <a:pt x="31860" y="7667"/>
                </a:lnTo>
                <a:lnTo>
                  <a:pt x="52282" y="1082"/>
                </a:lnTo>
                <a:lnTo>
                  <a:pt x="73691" y="0"/>
                </a:lnTo>
                <a:lnTo>
                  <a:pt x="94584" y="4280"/>
                </a:lnTo>
                <a:lnTo>
                  <a:pt x="113453" y="13782"/>
                </a:lnTo>
                <a:lnTo>
                  <a:pt x="128795" y="28363"/>
                </a:lnTo>
                <a:lnTo>
                  <a:pt x="139104" y="47884"/>
                </a:lnTo>
                <a:lnTo>
                  <a:pt x="142875" y="72202"/>
                </a:lnTo>
                <a:lnTo>
                  <a:pt x="175903" y="72186"/>
                </a:lnTo>
                <a:lnTo>
                  <a:pt x="202628" y="78850"/>
                </a:lnTo>
                <a:lnTo>
                  <a:pt x="223097" y="90829"/>
                </a:lnTo>
                <a:lnTo>
                  <a:pt x="237357" y="106758"/>
                </a:lnTo>
                <a:lnTo>
                  <a:pt x="245455" y="125275"/>
                </a:lnTo>
                <a:lnTo>
                  <a:pt x="247438" y="145015"/>
                </a:lnTo>
                <a:lnTo>
                  <a:pt x="243354" y="164614"/>
                </a:lnTo>
                <a:lnTo>
                  <a:pt x="233249" y="182708"/>
                </a:lnTo>
                <a:lnTo>
                  <a:pt x="217170" y="197932"/>
                </a:lnTo>
                <a:lnTo>
                  <a:pt x="241402" y="221693"/>
                </a:lnTo>
                <a:lnTo>
                  <a:pt x="257355" y="246631"/>
                </a:lnTo>
                <a:lnTo>
                  <a:pt x="265642" y="271804"/>
                </a:lnTo>
                <a:lnTo>
                  <a:pt x="266872" y="296271"/>
                </a:lnTo>
                <a:lnTo>
                  <a:pt x="261659" y="319091"/>
                </a:lnTo>
                <a:lnTo>
                  <a:pt x="250613" y="339325"/>
                </a:lnTo>
                <a:lnTo>
                  <a:pt x="234346" y="356031"/>
                </a:lnTo>
                <a:lnTo>
                  <a:pt x="213470" y="368269"/>
                </a:lnTo>
                <a:lnTo>
                  <a:pt x="188595" y="375097"/>
                </a:lnTo>
                <a:lnTo>
                  <a:pt x="192381" y="401383"/>
                </a:lnTo>
                <a:lnTo>
                  <a:pt x="189254" y="426210"/>
                </a:lnTo>
                <a:lnTo>
                  <a:pt x="180340" y="448545"/>
                </a:lnTo>
                <a:lnTo>
                  <a:pt x="166770" y="467352"/>
                </a:lnTo>
                <a:lnTo>
                  <a:pt x="149672" y="481597"/>
                </a:lnTo>
                <a:lnTo>
                  <a:pt x="130175" y="490244"/>
                </a:lnTo>
                <a:lnTo>
                  <a:pt x="109408" y="492258"/>
                </a:lnTo>
                <a:lnTo>
                  <a:pt x="88500" y="486606"/>
                </a:lnTo>
                <a:lnTo>
                  <a:pt x="68580" y="472252"/>
                </a:lnTo>
                <a:lnTo>
                  <a:pt x="60207" y="491984"/>
                </a:lnTo>
                <a:lnTo>
                  <a:pt x="50706" y="505648"/>
                </a:lnTo>
                <a:lnTo>
                  <a:pt x="40640" y="513527"/>
                </a:lnTo>
                <a:lnTo>
                  <a:pt x="30574" y="515902"/>
                </a:lnTo>
                <a:lnTo>
                  <a:pt x="21073" y="513056"/>
                </a:lnTo>
                <a:lnTo>
                  <a:pt x="12700" y="505272"/>
                </a:lnTo>
                <a:lnTo>
                  <a:pt x="6021" y="492831"/>
                </a:lnTo>
                <a:lnTo>
                  <a:pt x="1599" y="476015"/>
                </a:lnTo>
                <a:lnTo>
                  <a:pt x="0" y="455107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7466E7"/>
            </a:solidFill>
            <a:prstDash val="solid"/>
          </a:ln>
        </p:spPr>
      </p:sp>
      <p:sp>
        <p:nvSpPr>
          <p:cNvPr id="132" name="vector-132">
            <a:extLst xmlns:a="http://schemas.openxmlformats.org/drawingml/2006/main">
              <a:ext uri="{FF2B5EF4-FFF2-40B4-BE49-F238E27FC236}">
                <a16:creationId xmlns:a16="http://schemas.microsoft.com/office/drawing/2014/main" id="{FB488CFF-97DA-4378-B106-4E7DBB22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62625"/>
            <a:ext cx="476" cy="417195"/>
          </a:xfrm>
          <a:custGeom xmlns:a="http://schemas.openxmlformats.org/drawingml/2006/main">
            <a:pathLst>
              <a:path w="476" h="417195">
                <a:moveTo>
                  <a:pt x="0" y="0"/>
                </a:moveTo>
                <a:lnTo>
                  <a:pt x="0" y="41719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7466E7"/>
            </a:solidFill>
            <a:prstDash val="solid"/>
          </a:ln>
        </p:spPr>
      </p:sp>
      <p:sp>
        <p:nvSpPr>
          <p:cNvPr id="133" name="vector-133">
            <a:extLst xmlns:a="http://schemas.openxmlformats.org/drawingml/2006/main">
              <a:ext uri="{FF2B5EF4-FFF2-40B4-BE49-F238E27FC236}">
                <a16:creationId xmlns:a16="http://schemas.microsoft.com/office/drawing/2014/main" id="{30B3E9EC-0B56-47A4-B4D1-2C460C47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5848350"/>
            <a:ext cx="68580" cy="137160"/>
          </a:xfrm>
          <a:custGeom xmlns:a="http://schemas.openxmlformats.org/drawingml/2006/main">
            <a:pathLst>
              <a:path w="68580" h="137160">
                <a:moveTo>
                  <a:pt x="0" y="0"/>
                </a:moveTo>
                <a:lnTo>
                  <a:pt x="2075" y="19117"/>
                </a:lnTo>
                <a:lnTo>
                  <a:pt x="7681" y="32918"/>
                </a:lnTo>
                <a:lnTo>
                  <a:pt x="15893" y="42948"/>
                </a:lnTo>
                <a:lnTo>
                  <a:pt x="25786" y="50749"/>
                </a:lnTo>
                <a:lnTo>
                  <a:pt x="36433" y="57864"/>
                </a:lnTo>
                <a:lnTo>
                  <a:pt x="46909" y="65837"/>
                </a:lnTo>
                <a:lnTo>
                  <a:pt x="56287" y="76210"/>
                </a:lnTo>
                <a:lnTo>
                  <a:pt x="63642" y="90526"/>
                </a:lnTo>
                <a:lnTo>
                  <a:pt x="68049" y="110328"/>
                </a:lnTo>
                <a:lnTo>
                  <a:pt x="68580" y="13716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466E7"/>
            </a:solidFill>
            <a:prstDash val="solid"/>
          </a:ln>
        </p:spPr>
      </p:sp>
      <p:sp>
        <p:nvSpPr>
          <p:cNvPr id="134" name="vector-134">
            <a:extLst xmlns:a="http://schemas.openxmlformats.org/drawingml/2006/main">
              <a:ext uri="{FF2B5EF4-FFF2-40B4-BE49-F238E27FC236}">
                <a16:creationId xmlns:a16="http://schemas.microsoft.com/office/drawing/2014/main" id="{C5BBA22B-37FD-4E50-93DB-177396F8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48350"/>
            <a:ext cx="68580" cy="137160"/>
          </a:xfrm>
          <a:custGeom xmlns:a="http://schemas.openxmlformats.org/drawingml/2006/main">
            <a:pathLst>
              <a:path w="68580" h="137160">
                <a:moveTo>
                  <a:pt x="68580" y="0"/>
                </a:moveTo>
                <a:lnTo>
                  <a:pt x="66505" y="19117"/>
                </a:lnTo>
                <a:lnTo>
                  <a:pt x="60899" y="32918"/>
                </a:lnTo>
                <a:lnTo>
                  <a:pt x="52687" y="42948"/>
                </a:lnTo>
                <a:lnTo>
                  <a:pt x="42794" y="50749"/>
                </a:lnTo>
                <a:lnTo>
                  <a:pt x="32147" y="57864"/>
                </a:lnTo>
                <a:lnTo>
                  <a:pt x="21671" y="65837"/>
                </a:lnTo>
                <a:lnTo>
                  <a:pt x="12293" y="76210"/>
                </a:lnTo>
                <a:lnTo>
                  <a:pt x="4938" y="90526"/>
                </a:lnTo>
                <a:lnTo>
                  <a:pt x="531" y="110328"/>
                </a:lnTo>
                <a:lnTo>
                  <a:pt x="0" y="13716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466E7"/>
            </a:solidFill>
            <a:prstDash val="solid"/>
          </a:ln>
        </p:spPr>
      </p:sp>
      <p:sp>
        <p:nvSpPr>
          <p:cNvPr id="135" name="vector-135">
            <a:extLst xmlns:a="http://schemas.openxmlformats.org/drawingml/2006/main">
              <a:ext uri="{FF2B5EF4-FFF2-40B4-BE49-F238E27FC236}">
                <a16:creationId xmlns:a16="http://schemas.microsoft.com/office/drawing/2014/main" id="{C438B699-9B40-4C59-B020-20DF1E68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49855"/>
            <a:ext cx="72529" cy="89960"/>
          </a:xfrm>
          <a:custGeom xmlns:a="http://schemas.openxmlformats.org/drawingml/2006/main">
            <a:pathLst>
              <a:path w="72529" h="89960">
                <a:moveTo>
                  <a:pt x="0" y="4235"/>
                </a:moveTo>
                <a:lnTo>
                  <a:pt x="21814" y="0"/>
                </a:lnTo>
                <a:lnTo>
                  <a:pt x="39411" y="531"/>
                </a:lnTo>
                <a:lnTo>
                  <a:pt x="53029" y="5109"/>
                </a:lnTo>
                <a:lnTo>
                  <a:pt x="62911" y="13013"/>
                </a:lnTo>
                <a:lnTo>
                  <a:pt x="69294" y="23523"/>
                </a:lnTo>
                <a:lnTo>
                  <a:pt x="72420" y="35919"/>
                </a:lnTo>
                <a:lnTo>
                  <a:pt x="72529" y="49480"/>
                </a:lnTo>
                <a:lnTo>
                  <a:pt x="69860" y="63488"/>
                </a:lnTo>
                <a:lnTo>
                  <a:pt x="64654" y="77221"/>
                </a:lnTo>
                <a:lnTo>
                  <a:pt x="57150" y="8996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466E7"/>
            </a:solidFill>
            <a:prstDash val="solid"/>
          </a:ln>
        </p:spPr>
      </p:sp>
      <p:sp>
        <p:nvSpPr>
          <p:cNvPr id="136" name="vector-136">
            <a:extLst xmlns:a="http://schemas.openxmlformats.org/drawingml/2006/main">
              <a:ext uri="{FF2B5EF4-FFF2-40B4-BE49-F238E27FC236}">
                <a16:creationId xmlns:a16="http://schemas.microsoft.com/office/drawing/2014/main" id="{A3470CF0-2F53-458C-B1B4-BAFAE8FC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71" y="6049855"/>
            <a:ext cx="72529" cy="89960"/>
          </a:xfrm>
          <a:custGeom xmlns:a="http://schemas.openxmlformats.org/drawingml/2006/main">
            <a:pathLst>
              <a:path w="72529" h="89960">
                <a:moveTo>
                  <a:pt x="72529" y="4235"/>
                </a:moveTo>
                <a:lnTo>
                  <a:pt x="50715" y="0"/>
                </a:lnTo>
                <a:lnTo>
                  <a:pt x="33118" y="531"/>
                </a:lnTo>
                <a:lnTo>
                  <a:pt x="19500" y="5109"/>
                </a:lnTo>
                <a:lnTo>
                  <a:pt x="9618" y="13013"/>
                </a:lnTo>
                <a:lnTo>
                  <a:pt x="3235" y="23523"/>
                </a:lnTo>
                <a:lnTo>
                  <a:pt x="109" y="35919"/>
                </a:lnTo>
                <a:lnTo>
                  <a:pt x="0" y="49480"/>
                </a:lnTo>
                <a:lnTo>
                  <a:pt x="2669" y="63488"/>
                </a:lnTo>
                <a:lnTo>
                  <a:pt x="7875" y="77221"/>
                </a:lnTo>
                <a:lnTo>
                  <a:pt x="15379" y="8996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466E7"/>
            </a:solidFill>
            <a:prstDash val="solid"/>
          </a:ln>
        </p:spPr>
      </p:sp>
      <p:sp>
        <p:nvSpPr>
          <p:cNvPr id="137" name="vector-137">
            <a:extLst xmlns:a="http://schemas.openxmlformats.org/drawingml/2006/main">
              <a:ext uri="{FF2B5EF4-FFF2-40B4-BE49-F238E27FC236}">
                <a16:creationId xmlns:a16="http://schemas.microsoft.com/office/drawing/2014/main" id="{3FEE9EDB-8AFF-4857-B98B-553A7271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96940"/>
            <a:ext cx="46086" cy="125730"/>
          </a:xfrm>
          <a:custGeom xmlns:a="http://schemas.openxmlformats.org/drawingml/2006/main">
            <a:pathLst>
              <a:path w="46086" h="125730">
                <a:moveTo>
                  <a:pt x="0" y="0"/>
                </a:moveTo>
                <a:lnTo>
                  <a:pt x="15453" y="897"/>
                </a:lnTo>
                <a:lnTo>
                  <a:pt x="27615" y="6492"/>
                </a:lnTo>
                <a:lnTo>
                  <a:pt x="36622" y="15996"/>
                </a:lnTo>
                <a:lnTo>
                  <a:pt x="42611" y="28621"/>
                </a:lnTo>
                <a:lnTo>
                  <a:pt x="45720" y="43577"/>
                </a:lnTo>
                <a:lnTo>
                  <a:pt x="46086" y="60076"/>
                </a:lnTo>
                <a:lnTo>
                  <a:pt x="43845" y="77330"/>
                </a:lnTo>
                <a:lnTo>
                  <a:pt x="39136" y="94549"/>
                </a:lnTo>
                <a:lnTo>
                  <a:pt x="32095" y="110945"/>
                </a:lnTo>
                <a:lnTo>
                  <a:pt x="22860" y="12573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466E7"/>
            </a:solidFill>
            <a:prstDash val="solid"/>
          </a:ln>
        </p:spPr>
      </p:sp>
      <p:sp>
        <p:nvSpPr>
          <p:cNvPr id="138" name="vector-138">
            <a:extLst xmlns:a="http://schemas.openxmlformats.org/drawingml/2006/main">
              <a:ext uri="{FF2B5EF4-FFF2-40B4-BE49-F238E27FC236}">
                <a16:creationId xmlns:a16="http://schemas.microsoft.com/office/drawing/2014/main" id="{21219E00-F2D8-441F-95B9-A791721B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14" y="5996940"/>
            <a:ext cx="46086" cy="125730"/>
          </a:xfrm>
          <a:custGeom xmlns:a="http://schemas.openxmlformats.org/drawingml/2006/main">
            <a:pathLst>
              <a:path w="46086" h="125730">
                <a:moveTo>
                  <a:pt x="46086" y="0"/>
                </a:moveTo>
                <a:lnTo>
                  <a:pt x="30632" y="897"/>
                </a:lnTo>
                <a:lnTo>
                  <a:pt x="18471" y="6492"/>
                </a:lnTo>
                <a:lnTo>
                  <a:pt x="9464" y="15996"/>
                </a:lnTo>
                <a:lnTo>
                  <a:pt x="3475" y="28621"/>
                </a:lnTo>
                <a:lnTo>
                  <a:pt x="366" y="43577"/>
                </a:lnTo>
                <a:lnTo>
                  <a:pt x="0" y="60076"/>
                </a:lnTo>
                <a:lnTo>
                  <a:pt x="2240" y="77330"/>
                </a:lnTo>
                <a:lnTo>
                  <a:pt x="6949" y="94549"/>
                </a:lnTo>
                <a:lnTo>
                  <a:pt x="13990" y="110945"/>
                </a:lnTo>
                <a:lnTo>
                  <a:pt x="23226" y="12573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466E7"/>
            </a:solidFill>
            <a:prstDash val="solid"/>
          </a:ln>
        </p:spPr>
      </p:sp>
      <p:sp>
        <p:nvSpPr>
          <p:cNvPr id="139" name="text-139">
            <a:extLst xmlns:a="http://schemas.openxmlformats.org/drawingml/2006/main">
              <a:ext uri="{FF2B5EF4-FFF2-40B4-BE49-F238E27FC236}">
                <a16:creationId xmlns:a16="http://schemas.microsoft.com/office/drawing/2014/main" id="{D8CF7799-800D-479A-A7EB-0E9D8FC2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150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LLM</a:t>
            </a:r>
          </a:p>
        </p:txBody>
      </p:sp>
      <p:sp>
        <p:nvSpPr>
          <p:cNvPr id="140" name="element-140">
            <a:extLst xmlns:a="http://schemas.openxmlformats.org/drawingml/2006/main">
              <a:ext uri="{FF2B5EF4-FFF2-40B4-BE49-F238E27FC236}">
                <a16:creationId xmlns:a16="http://schemas.microsoft.com/office/drawing/2014/main" id="{0AA67BBD-299E-4F1F-ACAA-CA1A23CB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524500"/>
            <a:ext cx="314325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9525">
            <a:solidFill>
              <a:srgbClr val="DBD5F1"/>
            </a:solidFill>
            <a:prstDash val="solid"/>
          </a:ln>
        </p:spPr>
      </p:sp>
      <p:sp>
        <p:nvSpPr>
          <p:cNvPr id="141" name="text-141">
            <a:extLst xmlns:a="http://schemas.openxmlformats.org/drawingml/2006/main">
              <a:ext uri="{FF2B5EF4-FFF2-40B4-BE49-F238E27FC236}">
                <a16:creationId xmlns:a16="http://schemas.microsoft.com/office/drawing/2014/main" id="{6DC85ECC-B49B-42F3-B2AF-7FE7B101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581650"/>
            <a:ext cx="2838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프롬프트에 데이터 전달</a:t>
            </a:r>
          </a:p>
        </p:txBody>
      </p:sp>
      <p:sp>
        <p:nvSpPr>
          <p:cNvPr id="142" name="element-142">
            <a:extLst xmlns:a="http://schemas.openxmlformats.org/drawingml/2006/main">
              <a:ext uri="{FF2B5EF4-FFF2-40B4-BE49-F238E27FC236}">
                <a16:creationId xmlns:a16="http://schemas.microsoft.com/office/drawing/2014/main" id="{F4683906-01A6-4726-B7F7-B5299CAE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993" y="595026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text-143">
            <a:extLst xmlns:a="http://schemas.openxmlformats.org/drawingml/2006/main">
              <a:ext uri="{FF2B5EF4-FFF2-40B4-BE49-F238E27FC236}">
                <a16:creationId xmlns:a16="http://schemas.microsoft.com/office/drawing/2014/main" id="{A19A8502-81DE-42FD-821E-786C3AF0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848350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변경 요청 정보</a:t>
            </a:r>
          </a:p>
        </p:txBody>
      </p:sp>
      <p:sp>
        <p:nvSpPr>
          <p:cNvPr id="144" name="element-144">
            <a:extLst xmlns:a="http://schemas.openxmlformats.org/drawingml/2006/main">
              <a:ext uri="{FF2B5EF4-FFF2-40B4-BE49-F238E27FC236}">
                <a16:creationId xmlns:a16="http://schemas.microsoft.com/office/drawing/2014/main" id="{A044D781-2E34-4F9C-802A-AF1E22A8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993" y="614076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text-145">
            <a:extLst xmlns:a="http://schemas.openxmlformats.org/drawingml/2006/main">
              <a:ext uri="{FF2B5EF4-FFF2-40B4-BE49-F238E27FC236}">
                <a16:creationId xmlns:a16="http://schemas.microsoft.com/office/drawing/2014/main" id="{BB8112A5-19B3-4766-82B7-171CEB5A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6038850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카테고리별 비교 데이터</a:t>
            </a:r>
          </a:p>
        </p:txBody>
      </p:sp>
      <p:sp>
        <p:nvSpPr>
          <p:cNvPr id="146" name="element-146">
            <a:extLst xmlns:a="http://schemas.openxmlformats.org/drawingml/2006/main">
              <a:ext uri="{FF2B5EF4-FFF2-40B4-BE49-F238E27FC236}">
                <a16:creationId xmlns:a16="http://schemas.microsoft.com/office/drawing/2014/main" id="{6D0D0B42-BB28-4137-8A8B-140A061B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993" y="633126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text-147">
            <a:extLst xmlns:a="http://schemas.openxmlformats.org/drawingml/2006/main">
              <a:ext uri="{FF2B5EF4-FFF2-40B4-BE49-F238E27FC236}">
                <a16:creationId xmlns:a16="http://schemas.microsoft.com/office/drawing/2014/main" id="{2E58AD46-B5AF-43E5-8192-B4E91B01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6229350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Ref / New 세부 정보</a:t>
            </a:r>
          </a:p>
        </p:txBody>
      </p:sp>
      <p:sp>
        <p:nvSpPr>
          <p:cNvPr id="148" name="element-148">
            <a:extLst xmlns:a="http://schemas.openxmlformats.org/drawingml/2006/main">
              <a:ext uri="{FF2B5EF4-FFF2-40B4-BE49-F238E27FC236}">
                <a16:creationId xmlns:a16="http://schemas.microsoft.com/office/drawing/2014/main" id="{2C995FE5-5634-40F6-B986-C7436CF7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677025"/>
            <a:ext cx="4229100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9525">
            <a:solidFill>
              <a:srgbClr val="DBD5F1"/>
            </a:solidFill>
            <a:prstDash val="solid"/>
          </a:ln>
        </p:spPr>
      </p:sp>
      <p:sp>
        <p:nvSpPr>
          <p:cNvPr id="149" name="text-149">
            <a:extLst xmlns:a="http://schemas.openxmlformats.org/drawingml/2006/main">
              <a:ext uri="{FF2B5EF4-FFF2-40B4-BE49-F238E27FC236}">
                <a16:creationId xmlns:a16="http://schemas.microsoft.com/office/drawing/2014/main" id="{56661BBE-977A-4824-B4D7-4512E3F3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34175"/>
            <a:ext cx="3905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LLM 종합 판단</a:t>
            </a:r>
          </a:p>
        </p:txBody>
      </p:sp>
      <p:sp>
        <p:nvSpPr>
          <p:cNvPr id="150" name="element-150">
            <a:extLst xmlns:a="http://schemas.openxmlformats.org/drawingml/2006/main">
              <a:ext uri="{FF2B5EF4-FFF2-40B4-BE49-F238E27FC236}">
                <a16:creationId xmlns:a16="http://schemas.microsoft.com/office/drawing/2014/main" id="{4F4B971D-DD4C-45A1-84B8-785721F7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3" y="71218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text-151">
            <a:extLst xmlns:a="http://schemas.openxmlformats.org/drawingml/2006/main">
              <a:ext uri="{FF2B5EF4-FFF2-40B4-BE49-F238E27FC236}">
                <a16:creationId xmlns:a16="http://schemas.microsoft.com/office/drawing/2014/main" id="{545F12D3-5C88-485C-8D9E-B3CF3998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19925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변경 적용 여부 판정</a:t>
            </a:r>
          </a:p>
        </p:txBody>
      </p:sp>
      <p:sp>
        <p:nvSpPr>
          <p:cNvPr id="152" name="element-152">
            <a:extLst xmlns:a="http://schemas.openxmlformats.org/drawingml/2006/main">
              <a:ext uri="{FF2B5EF4-FFF2-40B4-BE49-F238E27FC236}">
                <a16:creationId xmlns:a16="http://schemas.microsoft.com/office/drawing/2014/main" id="{64719C8D-5DC3-44F2-B2BF-1E8743E5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3" y="7307580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text-153">
            <a:extLst xmlns:a="http://schemas.openxmlformats.org/drawingml/2006/main">
              <a:ext uri="{FF2B5EF4-FFF2-40B4-BE49-F238E27FC236}">
                <a16:creationId xmlns:a16="http://schemas.microsoft.com/office/drawing/2014/main" id="{E07C0D71-42AB-4543-8B73-AA3F69D9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205663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예상외 변경 탐지</a:t>
            </a:r>
          </a:p>
        </p:txBody>
      </p:sp>
      <p:sp>
        <p:nvSpPr>
          <p:cNvPr id="154" name="element-154">
            <a:extLst xmlns:a="http://schemas.openxmlformats.org/drawingml/2006/main">
              <a:ext uri="{FF2B5EF4-FFF2-40B4-BE49-F238E27FC236}">
                <a16:creationId xmlns:a16="http://schemas.microsoft.com/office/drawing/2014/main" id="{20272D6C-26CF-473A-9474-E8547C66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3" y="749331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text-155">
            <a:extLst xmlns:a="http://schemas.openxmlformats.org/drawingml/2006/main">
              <a:ext uri="{FF2B5EF4-FFF2-40B4-BE49-F238E27FC236}">
                <a16:creationId xmlns:a16="http://schemas.microsoft.com/office/drawing/2014/main" id="{5509720A-F3B3-49B7-9EC0-94547C90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391400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종합 의견 및 검토 내용 생성</a:t>
            </a:r>
          </a:p>
        </p:txBody>
      </p:sp>
      <p:sp>
        <p:nvSpPr>
          <p:cNvPr id="156" name="element-156">
            <a:extLst xmlns:a="http://schemas.openxmlformats.org/drawingml/2006/main">
              <a:ext uri="{FF2B5EF4-FFF2-40B4-BE49-F238E27FC236}">
                <a16:creationId xmlns:a16="http://schemas.microsoft.com/office/drawing/2014/main" id="{0CEC2633-94A4-48D3-8E7F-12E3AD18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3" y="767905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text-157">
            <a:extLst xmlns:a="http://schemas.openxmlformats.org/drawingml/2006/main">
              <a:ext uri="{FF2B5EF4-FFF2-40B4-BE49-F238E27FC236}">
                <a16:creationId xmlns:a16="http://schemas.microsoft.com/office/drawing/2014/main" id="{D9FED8C2-8789-4B1F-B227-20859C03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577138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HTML 보고서 작성</a:t>
            </a:r>
          </a:p>
        </p:txBody>
      </p:sp>
      <p:sp>
        <p:nvSpPr>
          <p:cNvPr id="158" name="element-158">
            <a:extLst xmlns:a="http://schemas.openxmlformats.org/drawingml/2006/main">
              <a:ext uri="{FF2B5EF4-FFF2-40B4-BE49-F238E27FC236}">
                <a16:creationId xmlns:a16="http://schemas.microsoft.com/office/drawing/2014/main" id="{A94E491C-2993-495A-9A26-77DF56B8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524500"/>
            <a:ext cx="4219575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>
              <a:alpha val="85000"/>
            </a:srgbClr>
          </a:solidFill>
          <a:ln xmlns:a="http://schemas.openxmlformats.org/drawingml/2006/main" w="9525">
            <a:solidFill>
              <a:srgbClr val="E0DCEB"/>
            </a:solidFill>
            <a:prstDash val="solid"/>
          </a:ln>
        </p:spPr>
      </p:sp>
      <p:sp>
        <p:nvSpPr>
          <p:cNvPr id="159" name="element-159">
            <a:extLst xmlns:a="http://schemas.openxmlformats.org/drawingml/2006/main">
              <a:ext uri="{FF2B5EF4-FFF2-40B4-BE49-F238E27FC236}">
                <a16:creationId xmlns:a16="http://schemas.microsoft.com/office/drawing/2014/main" id="{BF66BE4E-E9EC-41AA-9673-03E82425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00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AF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vector-160">
            <a:extLst xmlns:a="http://schemas.openxmlformats.org/drawingml/2006/main">
              <a:ext uri="{FF2B5EF4-FFF2-40B4-BE49-F238E27FC236}">
                <a16:creationId xmlns:a16="http://schemas.microsoft.com/office/drawing/2014/main" id="{A51A5422-CD26-4563-A286-9A6AA04C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5089" y="5677471"/>
            <a:ext cx="121349" cy="90392"/>
          </a:xfrm>
          <a:custGeom xmlns:a="http://schemas.openxmlformats.org/drawingml/2006/main">
            <a:pathLst>
              <a:path w="121349" h="90392">
                <a:moveTo>
                  <a:pt x="0" y="47054"/>
                </a:moveTo>
                <a:lnTo>
                  <a:pt x="44577" y="90392"/>
                </a:lnTo>
                <a:lnTo>
                  <a:pt x="1213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1" name="text-161">
            <a:extLst xmlns:a="http://schemas.openxmlformats.org/drawingml/2006/main">
              <a:ext uri="{FF2B5EF4-FFF2-40B4-BE49-F238E27FC236}">
                <a16:creationId xmlns:a16="http://schemas.microsoft.com/office/drawing/2014/main" id="{AD81513E-0322-449A-8460-DA6905FC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553075"/>
            <a:ext cx="1190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적용됨</a:t>
            </a:r>
          </a:p>
        </p:txBody>
      </p:sp>
      <p:sp>
        <p:nvSpPr>
          <p:cNvPr id="162" name="text-162">
            <a:extLst xmlns:a="http://schemas.openxmlformats.org/drawingml/2006/main">
              <a:ext uri="{FF2B5EF4-FFF2-40B4-BE49-F238E27FC236}">
                <a16:creationId xmlns:a16="http://schemas.microsoft.com/office/drawing/2014/main" id="{EAB691F9-0D2F-43CB-B923-5F26E734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743575"/>
            <a:ext cx="3562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의도한 변경이 정상적으로 적용</a:t>
            </a:r>
          </a:p>
        </p:txBody>
      </p:sp>
      <p:sp>
        <p:nvSpPr>
          <p:cNvPr id="163" name="vector-163">
            <a:extLst xmlns:a="http://schemas.openxmlformats.org/drawingml/2006/main">
              <a:ext uri="{FF2B5EF4-FFF2-40B4-BE49-F238E27FC236}">
                <a16:creationId xmlns:a16="http://schemas.microsoft.com/office/drawing/2014/main" id="{C11D7019-155D-48C8-B106-4565768D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924550"/>
            <a:ext cx="3562350" cy="476"/>
          </a:xfrm>
          <a:custGeom xmlns:a="http://schemas.openxmlformats.org/drawingml/2006/main">
            <a:pathLst>
              <a:path w="3562350" h="476">
                <a:moveTo>
                  <a:pt x="0" y="0"/>
                </a:move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E1E4ED"/>
            </a:solidFill>
            <a:prstDash val="solid"/>
          </a:ln>
        </p:spPr>
      </p:sp>
      <p:sp>
        <p:nvSpPr>
          <p:cNvPr id="164" name="element-164">
            <a:extLst xmlns:a="http://schemas.openxmlformats.org/drawingml/2006/main">
              <a:ext uri="{FF2B5EF4-FFF2-40B4-BE49-F238E27FC236}">
                <a16:creationId xmlns:a16="http://schemas.microsoft.com/office/drawing/2014/main" id="{CB31D68E-07AE-4636-9474-81234AF4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981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8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element-165">
            <a:extLst xmlns:a="http://schemas.openxmlformats.org/drawingml/2006/main">
              <a:ext uri="{FF2B5EF4-FFF2-40B4-BE49-F238E27FC236}">
                <a16:creationId xmlns:a16="http://schemas.microsoft.com/office/drawing/2014/main" id="{9ECD7456-02DB-4853-B6C6-8C78BF9D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1280" y="6052280"/>
            <a:ext cx="106490" cy="1064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6" name="text-166">
            <a:extLst xmlns:a="http://schemas.openxmlformats.org/drawingml/2006/main">
              <a:ext uri="{FF2B5EF4-FFF2-40B4-BE49-F238E27FC236}">
                <a16:creationId xmlns:a16="http://schemas.microsoft.com/office/drawing/2014/main" id="{54E1A6BD-0CE9-43DC-833B-AB56DC83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934075"/>
            <a:ext cx="1190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부분적용</a:t>
            </a:r>
          </a:p>
        </p:txBody>
      </p:sp>
      <p:sp>
        <p:nvSpPr>
          <p:cNvPr id="167" name="text-167">
            <a:extLst xmlns:a="http://schemas.openxmlformats.org/drawingml/2006/main">
              <a:ext uri="{FF2B5EF4-FFF2-40B4-BE49-F238E27FC236}">
                <a16:creationId xmlns:a16="http://schemas.microsoft.com/office/drawing/2014/main" id="{E10B4BB4-AC1D-4AEB-AB8F-9E8E0FCA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124575"/>
            <a:ext cx="3562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일부만 적용되었거나 추가 확인 필요</a:t>
            </a:r>
          </a:p>
        </p:txBody>
      </p:sp>
      <p:sp>
        <p:nvSpPr>
          <p:cNvPr id="168" name="vector-168">
            <a:extLst xmlns:a="http://schemas.openxmlformats.org/drawingml/2006/main">
              <a:ext uri="{FF2B5EF4-FFF2-40B4-BE49-F238E27FC236}">
                <a16:creationId xmlns:a16="http://schemas.microsoft.com/office/drawing/2014/main" id="{1EBF80B4-7219-49E6-9978-4231D60D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305550"/>
            <a:ext cx="3562350" cy="476"/>
          </a:xfrm>
          <a:custGeom xmlns:a="http://schemas.openxmlformats.org/drawingml/2006/main">
            <a:pathLst>
              <a:path w="3562350" h="476">
                <a:moveTo>
                  <a:pt x="0" y="0"/>
                </a:move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E1E4ED"/>
            </a:solidFill>
            <a:prstDash val="solid"/>
          </a:ln>
        </p:spPr>
      </p:sp>
      <p:sp>
        <p:nvSpPr>
          <p:cNvPr id="169" name="element-169">
            <a:extLst xmlns:a="http://schemas.openxmlformats.org/drawingml/2006/main">
              <a:ext uri="{FF2B5EF4-FFF2-40B4-BE49-F238E27FC236}">
                <a16:creationId xmlns:a16="http://schemas.microsoft.com/office/drawing/2014/main" id="{F5869855-22D9-48F4-8973-36227D21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362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vector-170">
            <a:extLst xmlns:a="http://schemas.openxmlformats.org/drawingml/2006/main">
              <a:ext uri="{FF2B5EF4-FFF2-40B4-BE49-F238E27FC236}">
                <a16:creationId xmlns:a16="http://schemas.microsoft.com/office/drawing/2014/main" id="{7CA07BED-2FA6-487B-92F0-7A826A57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707" y="6415945"/>
            <a:ext cx="143637" cy="127540"/>
          </a:xfrm>
          <a:custGeom xmlns:a="http://schemas.openxmlformats.org/drawingml/2006/main">
            <a:pathLst>
              <a:path w="143637" h="127540">
                <a:moveTo>
                  <a:pt x="71818" y="0"/>
                </a:moveTo>
                <a:lnTo>
                  <a:pt x="143637" y="127540"/>
                </a:lnTo>
                <a:lnTo>
                  <a:pt x="0" y="12754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text-171">
            <a:extLst xmlns:a="http://schemas.openxmlformats.org/drawingml/2006/main">
              <a:ext uri="{FF2B5EF4-FFF2-40B4-BE49-F238E27FC236}">
                <a16:creationId xmlns:a16="http://schemas.microsoft.com/office/drawing/2014/main" id="{DEFB348A-900D-46D4-BA49-9A4781D8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3569" y="6428327"/>
            <a:ext cx="61913" cy="14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F5B52D"/>
                </a:solidFill>
                <a:latin typeface="Noto Sans KR"/>
                <a:ea typeface="Noto Sans KR"/>
                <a:cs typeface="Noto Sans KR"/>
              </a:defRPr>
            </a:pPr>
            <a:r>
              <a:rPr sz="848" b="1">
                <a:solidFill>
                  <a:srgbClr val="F5B52D"/>
                </a:solidFill>
                <a:latin typeface="Noto Sans KR"/>
                <a:ea typeface="Noto Sans KR"/>
                <a:cs typeface="Noto Sans KR"/>
              </a:rPr>
              <a:t>!</a:t>
            </a:r>
          </a:p>
        </p:txBody>
      </p:sp>
      <p:sp>
        <p:nvSpPr>
          <p:cNvPr id="172" name="text-172">
            <a:extLst xmlns:a="http://schemas.openxmlformats.org/drawingml/2006/main">
              <a:ext uri="{FF2B5EF4-FFF2-40B4-BE49-F238E27FC236}">
                <a16:creationId xmlns:a16="http://schemas.microsoft.com/office/drawing/2014/main" id="{6C9112AC-5A96-425D-81A8-B24ECAF1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315075"/>
            <a:ext cx="1190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미적용</a:t>
            </a:r>
          </a:p>
        </p:txBody>
      </p:sp>
      <p:sp>
        <p:nvSpPr>
          <p:cNvPr id="173" name="text-173">
            <a:extLst xmlns:a="http://schemas.openxmlformats.org/drawingml/2006/main">
              <a:ext uri="{FF2B5EF4-FFF2-40B4-BE49-F238E27FC236}">
                <a16:creationId xmlns:a16="http://schemas.microsoft.com/office/drawing/2014/main" id="{A1D02BA8-9000-43A2-99D8-DEF65B99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505575"/>
            <a:ext cx="3562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의도한 변경이 적용되지 않음</a:t>
            </a:r>
          </a:p>
        </p:txBody>
      </p:sp>
      <p:sp>
        <p:nvSpPr>
          <p:cNvPr id="174" name="vector-174">
            <a:extLst xmlns:a="http://schemas.openxmlformats.org/drawingml/2006/main">
              <a:ext uri="{FF2B5EF4-FFF2-40B4-BE49-F238E27FC236}">
                <a16:creationId xmlns:a16="http://schemas.microsoft.com/office/drawing/2014/main" id="{7D5E2269-8106-4384-8BAB-DD5567EA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686550"/>
            <a:ext cx="3562350" cy="476"/>
          </a:xfrm>
          <a:custGeom xmlns:a="http://schemas.openxmlformats.org/drawingml/2006/main">
            <a:pathLst>
              <a:path w="3562350" h="476">
                <a:moveTo>
                  <a:pt x="0" y="0"/>
                </a:move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E1E4ED"/>
            </a:solidFill>
            <a:prstDash val="solid"/>
          </a:ln>
        </p:spPr>
      </p:sp>
      <p:sp>
        <p:nvSpPr>
          <p:cNvPr id="175" name="element-175">
            <a:extLst xmlns:a="http://schemas.openxmlformats.org/drawingml/2006/main">
              <a:ext uri="{FF2B5EF4-FFF2-40B4-BE49-F238E27FC236}">
                <a16:creationId xmlns:a16="http://schemas.microsoft.com/office/drawing/2014/main" id="{CE269FD3-4ECD-441B-A132-50FF582F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743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51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text-176">
            <a:extLst xmlns:a="http://schemas.openxmlformats.org/drawingml/2006/main">
              <a:ext uri="{FF2B5EF4-FFF2-40B4-BE49-F238E27FC236}">
                <a16:creationId xmlns:a16="http://schemas.microsoft.com/office/drawing/2014/main" id="{973FF385-7821-46DF-BA93-DF9F4D53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725126"/>
            <a:ext cx="247650" cy="266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6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6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!</a:t>
            </a:r>
          </a:p>
        </p:txBody>
      </p:sp>
      <p:sp>
        <p:nvSpPr>
          <p:cNvPr id="177" name="text-177">
            <a:extLst xmlns:a="http://schemas.openxmlformats.org/drawingml/2006/main">
              <a:ext uri="{FF2B5EF4-FFF2-40B4-BE49-F238E27FC236}">
                <a16:creationId xmlns:a16="http://schemas.microsoft.com/office/drawing/2014/main" id="{F2EA3744-EF98-4900-8651-6B795FDB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696075"/>
            <a:ext cx="1190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예상외 변경</a:t>
            </a:r>
          </a:p>
        </p:txBody>
      </p:sp>
      <p:sp>
        <p:nvSpPr>
          <p:cNvPr id="178" name="text-178">
            <a:extLst xmlns:a="http://schemas.openxmlformats.org/drawingml/2006/main">
              <a:ext uri="{FF2B5EF4-FFF2-40B4-BE49-F238E27FC236}">
                <a16:creationId xmlns:a16="http://schemas.microsoft.com/office/drawing/2014/main" id="{928C4667-FE9D-45D4-B507-9A9DC839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886575"/>
            <a:ext cx="3562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의도하지 않은 변경이 존재</a:t>
            </a:r>
          </a:p>
        </p:txBody>
      </p:sp>
      <p:sp>
        <p:nvSpPr>
          <p:cNvPr id="179" name="vector-179">
            <a:extLst xmlns:a="http://schemas.openxmlformats.org/drawingml/2006/main">
              <a:ext uri="{FF2B5EF4-FFF2-40B4-BE49-F238E27FC236}">
                <a16:creationId xmlns:a16="http://schemas.microsoft.com/office/drawing/2014/main" id="{3A7990C8-4A91-4E52-B3D0-899AEB11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7067550"/>
            <a:ext cx="3562350" cy="476"/>
          </a:xfrm>
          <a:custGeom xmlns:a="http://schemas.openxmlformats.org/drawingml/2006/main">
            <a:pathLst>
              <a:path w="3562350" h="476">
                <a:moveTo>
                  <a:pt x="0" y="0"/>
                </a:move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E1E4ED"/>
            </a:solidFill>
            <a:prstDash val="solid"/>
          </a:ln>
        </p:spPr>
      </p:sp>
      <p:sp>
        <p:nvSpPr>
          <p:cNvPr id="180" name="element-180">
            <a:extLst xmlns:a="http://schemas.openxmlformats.org/drawingml/2006/main">
              <a:ext uri="{FF2B5EF4-FFF2-40B4-BE49-F238E27FC236}">
                <a16:creationId xmlns:a16="http://schemas.microsoft.com/office/drawing/2014/main" id="{4F90A94B-A7A4-4F2A-9967-55FF9A15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24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9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text-181">
            <a:extLst xmlns:a="http://schemas.openxmlformats.org/drawingml/2006/main">
              <a:ext uri="{FF2B5EF4-FFF2-40B4-BE49-F238E27FC236}">
                <a16:creationId xmlns:a16="http://schemas.microsoft.com/office/drawing/2014/main" id="{1586C672-22B0-4DC4-A2A6-8C2A519F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06126"/>
            <a:ext cx="247650" cy="266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6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6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?</a:t>
            </a:r>
          </a:p>
        </p:txBody>
      </p:sp>
      <p:sp>
        <p:nvSpPr>
          <p:cNvPr id="182" name="text-182">
            <a:extLst xmlns:a="http://schemas.openxmlformats.org/drawingml/2006/main">
              <a:ext uri="{FF2B5EF4-FFF2-40B4-BE49-F238E27FC236}">
                <a16:creationId xmlns:a16="http://schemas.microsoft.com/office/drawing/2014/main" id="{9C5B74AF-0610-4CF7-A21A-975C0987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7077075"/>
            <a:ext cx="1190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확인불가</a:t>
            </a:r>
          </a:p>
        </p:txBody>
      </p:sp>
      <p:sp>
        <p:nvSpPr>
          <p:cNvPr id="183" name="text-183">
            <a:extLst xmlns:a="http://schemas.openxmlformats.org/drawingml/2006/main">
              <a:ext uri="{FF2B5EF4-FFF2-40B4-BE49-F238E27FC236}">
                <a16:creationId xmlns:a16="http://schemas.microsoft.com/office/drawing/2014/main" id="{8DB9A333-C074-4BDC-A0A6-496D6A70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7267575"/>
            <a:ext cx="3562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데이터 부족 등으로 판단 불가</a:t>
            </a:r>
          </a:p>
        </p:txBody>
      </p:sp>
      <p:sp>
        <p:nvSpPr>
          <p:cNvPr id="184" name="element-184">
            <a:extLst xmlns:a="http://schemas.openxmlformats.org/drawingml/2006/main">
              <a:ext uri="{FF2B5EF4-FFF2-40B4-BE49-F238E27FC236}">
                <a16:creationId xmlns:a16="http://schemas.microsoft.com/office/drawing/2014/main" id="{1C55CBC4-5286-4954-9FBD-AA73142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572375"/>
            <a:ext cx="4219575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E8FC">
              <a:alpha val="65000"/>
            </a:srgbClr>
          </a:solidFill>
          <a:ln xmlns:a="http://schemas.openxmlformats.org/drawingml/2006/main" w="9525">
            <a:solidFill>
              <a:srgbClr val="DBD5F1"/>
            </a:solidFill>
            <a:prstDash val="solid"/>
          </a:ln>
        </p:spPr>
      </p:sp>
      <p:sp>
        <p:nvSpPr>
          <p:cNvPr id="185" name="text-185">
            <a:extLst xmlns:a="http://schemas.openxmlformats.org/drawingml/2006/main">
              <a:ext uri="{FF2B5EF4-FFF2-40B4-BE49-F238E27FC236}">
                <a16:creationId xmlns:a16="http://schemas.microsoft.com/office/drawing/2014/main" id="{503A95A2-D721-4A89-8A2D-F5FDE917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7581900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종합 의견</a:t>
            </a:r>
          </a:p>
        </p:txBody>
      </p:sp>
      <p:sp>
        <p:nvSpPr>
          <p:cNvPr id="186" name="text-186">
            <a:extLst xmlns:a="http://schemas.openxmlformats.org/drawingml/2006/main">
              <a:ext uri="{FF2B5EF4-FFF2-40B4-BE49-F238E27FC236}">
                <a16:creationId xmlns:a16="http://schemas.microsoft.com/office/drawing/2014/main" id="{82B06099-F689-4630-A427-872CD654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758190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변경 적용 검토 내용 및 후속 조치 제안</a:t>
            </a:r>
          </a:p>
        </p:txBody>
      </p:sp>
      <p:sp>
        <p:nvSpPr>
          <p:cNvPr id="187" name="element-187">
            <a:extLst xmlns:a="http://schemas.openxmlformats.org/drawingml/2006/main">
              <a:ext uri="{FF2B5EF4-FFF2-40B4-BE49-F238E27FC236}">
                <a16:creationId xmlns:a16="http://schemas.microsoft.com/office/drawing/2014/main" id="{381C7255-A5F7-4D11-B680-F6CC6CD4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5592128"/>
            <a:ext cx="2733675" cy="2268284"/>
          </a:xfrm>
          <a:prstGeom xmlns:a="http://schemas.openxmlformats.org/drawingml/2006/main" prst="roundRect">
            <a:avLst>
              <a:gd name="adj" fmla="val 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8"/>
            </a:solidFill>
            <a:prstDash val="solid"/>
          </a:ln>
        </p:spPr>
      </p:sp>
      <p:sp>
        <p:nvSpPr>
          <p:cNvPr id="188" name="element-188">
            <a:extLst xmlns:a="http://schemas.openxmlformats.org/drawingml/2006/main">
              <a:ext uri="{FF2B5EF4-FFF2-40B4-BE49-F238E27FC236}">
                <a16:creationId xmlns:a16="http://schemas.microsoft.com/office/drawing/2014/main" id="{104CA6FE-37B8-4573-8868-086E5495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553551"/>
            <a:ext cx="2733675" cy="2268284"/>
          </a:xfrm>
          <a:prstGeom xmlns:a="http://schemas.openxmlformats.org/drawingml/2006/main" prst="roundRect">
            <a:avLst>
              <a:gd name="adj" fmla="val 697"/>
            </a:avLst>
          </a:prstGeom>
          <a:solidFill xmlns:a="http://schemas.openxmlformats.org/drawingml/2006/main">
            <a:srgbClr val="FCFCFF"/>
          </a:solidFill>
          <a:ln xmlns:a="http://schemas.openxmlformats.org/drawingml/2006/main" w="9525">
            <a:solidFill>
              <a:srgbClr val="DADDE8"/>
            </a:solidFill>
            <a:prstDash val="solid"/>
          </a:ln>
        </p:spPr>
      </p:sp>
      <p:sp>
        <p:nvSpPr>
          <p:cNvPr id="189" name="element-189">
            <a:extLst xmlns:a="http://schemas.openxmlformats.org/drawingml/2006/main">
              <a:ext uri="{FF2B5EF4-FFF2-40B4-BE49-F238E27FC236}">
                <a16:creationId xmlns:a16="http://schemas.microsoft.com/office/drawing/2014/main" id="{45BE139C-240F-4A04-AA8A-8FC2A0AD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5514975"/>
            <a:ext cx="2733675" cy="2268284"/>
          </a:xfrm>
          <a:prstGeom xmlns:a="http://schemas.openxmlformats.org/drawingml/2006/main" prst="roundRect">
            <a:avLst>
              <a:gd name="adj" fmla="val 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190" name="element-190">
            <a:extLst xmlns:a="http://schemas.openxmlformats.org/drawingml/2006/main">
              <a:ext uri="{FF2B5EF4-FFF2-40B4-BE49-F238E27FC236}">
                <a16:creationId xmlns:a16="http://schemas.microsoft.com/office/drawing/2014/main" id="{4E21B9BD-F970-4823-B659-6A7EA047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622989"/>
            <a:ext cx="1230154" cy="30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text-191">
            <a:extLst xmlns:a="http://schemas.openxmlformats.org/drawingml/2006/main">
              <a:ext uri="{FF2B5EF4-FFF2-40B4-BE49-F238E27FC236}">
                <a16:creationId xmlns:a16="http://schemas.microsoft.com/office/drawing/2014/main" id="{D02E5BED-11A4-48F8-AEAC-0FFEF93B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746433"/>
            <a:ext cx="2428875" cy="177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242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Route 변경 검토 보고서</a:t>
            </a:r>
          </a:p>
        </p:txBody>
      </p:sp>
      <p:sp>
        <p:nvSpPr>
          <p:cNvPr id="192" name="vector-192">
            <a:extLst xmlns:a="http://schemas.openxmlformats.org/drawingml/2006/main">
              <a:ext uri="{FF2B5EF4-FFF2-40B4-BE49-F238E27FC236}">
                <a16:creationId xmlns:a16="http://schemas.microsoft.com/office/drawing/2014/main" id="{8C9ED878-8323-4C3B-83BF-BAC5FAC8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985605"/>
            <a:ext cx="2428875" cy="386"/>
          </a:xfrm>
          <a:custGeom xmlns:a="http://schemas.openxmlformats.org/drawingml/2006/main">
            <a:pathLst>
              <a:path w="2428875" h="476">
                <a:moveTo>
                  <a:pt x="0" y="0"/>
                </a:moveTo>
                <a:lnTo>
                  <a:pt x="2428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93" name="text-193">
            <a:extLst xmlns:a="http://schemas.openxmlformats.org/drawingml/2006/main">
              <a:ext uri="{FF2B5EF4-FFF2-40B4-BE49-F238E27FC236}">
                <a16:creationId xmlns:a16="http://schemas.microsoft.com/office/drawing/2014/main" id="{0DDD5BF6-7156-420E-8CCA-CE8E834B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062758"/>
            <a:ext cx="2428875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966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1. 검토 개요</a:t>
            </a:r>
          </a:p>
        </p:txBody>
      </p:sp>
      <p:sp>
        <p:nvSpPr>
          <p:cNvPr id="194" name="text-194">
            <a:extLst xmlns:a="http://schemas.openxmlformats.org/drawingml/2006/main">
              <a:ext uri="{FF2B5EF4-FFF2-40B4-BE49-F238E27FC236}">
                <a16:creationId xmlns:a16="http://schemas.microsoft.com/office/drawing/2014/main" id="{0AEF8A29-582B-4045-BBB3-94531F30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294215"/>
            <a:ext cx="2428875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966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2. 변경 내역 및 판정 결과</a:t>
            </a:r>
          </a:p>
        </p:txBody>
      </p:sp>
      <p:sp>
        <p:nvSpPr>
          <p:cNvPr id="195" name="element-195">
            <a:extLst xmlns:a="http://schemas.openxmlformats.org/drawingml/2006/main">
              <a:ext uri="{FF2B5EF4-FFF2-40B4-BE49-F238E27FC236}">
                <a16:creationId xmlns:a16="http://schemas.microsoft.com/office/drawing/2014/main" id="{4A547A04-BD4B-4A55-A6D0-B994E7B6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502527"/>
            <a:ext cx="2428875" cy="177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text-196">
            <a:extLst xmlns:a="http://schemas.openxmlformats.org/drawingml/2006/main">
              <a:ext uri="{FF2B5EF4-FFF2-40B4-BE49-F238E27FC236}">
                <a16:creationId xmlns:a16="http://schemas.microsoft.com/office/drawing/2014/main" id="{03585634-9AFA-4743-93FD-EA8160D1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502527"/>
            <a:ext cx="809625" cy="177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759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Oper</a:t>
            </a:r>
          </a:p>
        </p:txBody>
      </p:sp>
      <p:sp>
        <p:nvSpPr>
          <p:cNvPr id="197" name="text-197">
            <a:extLst xmlns:a="http://schemas.openxmlformats.org/drawingml/2006/main">
              <a:ext uri="{FF2B5EF4-FFF2-40B4-BE49-F238E27FC236}">
                <a16:creationId xmlns:a16="http://schemas.microsoft.com/office/drawing/2014/main" id="{E2AB1EB6-72BD-4C07-A4B4-B1A908DC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02527"/>
            <a:ext cx="809625" cy="177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759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카테고리</a:t>
            </a:r>
          </a:p>
        </p:txBody>
      </p:sp>
      <p:sp>
        <p:nvSpPr>
          <p:cNvPr id="198" name="text-198">
            <a:extLst xmlns:a="http://schemas.openxmlformats.org/drawingml/2006/main">
              <a:ext uri="{FF2B5EF4-FFF2-40B4-BE49-F238E27FC236}">
                <a16:creationId xmlns:a16="http://schemas.microsoft.com/office/drawing/2014/main" id="{2E3C9D56-5A15-447C-BA06-ECA4F1D8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6502527"/>
            <a:ext cx="809625" cy="177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759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판정</a:t>
            </a:r>
          </a:p>
        </p:txBody>
      </p:sp>
      <p:sp>
        <p:nvSpPr>
          <p:cNvPr id="199" name="vector-199">
            <a:extLst xmlns:a="http://schemas.openxmlformats.org/drawingml/2006/main">
              <a:ext uri="{FF2B5EF4-FFF2-40B4-BE49-F238E27FC236}">
                <a16:creationId xmlns:a16="http://schemas.microsoft.com/office/drawing/2014/main" id="{556AC370-4649-4FCB-9890-F91F830D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695408"/>
            <a:ext cx="2428875" cy="386"/>
          </a:xfrm>
          <a:custGeom xmlns:a="http://schemas.openxmlformats.org/drawingml/2006/main">
            <a:pathLst>
              <a:path w="2428875" h="476">
                <a:moveTo>
                  <a:pt x="0" y="0"/>
                </a:moveTo>
                <a:lnTo>
                  <a:pt x="2428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E0E5ED"/>
            </a:solidFill>
            <a:prstDash val="solid"/>
          </a:ln>
        </p:spPr>
      </p:sp>
      <p:sp>
        <p:nvSpPr>
          <p:cNvPr id="200" name="element-200">
            <a:extLst xmlns:a="http://schemas.openxmlformats.org/drawingml/2006/main">
              <a:ext uri="{FF2B5EF4-FFF2-40B4-BE49-F238E27FC236}">
                <a16:creationId xmlns:a16="http://schemas.microsoft.com/office/drawing/2014/main" id="{5EC13792-1852-4CBD-9183-2D228BE9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6749415"/>
            <a:ext cx="485775" cy="3086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AD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text-201">
            <a:extLst xmlns:a="http://schemas.openxmlformats.org/drawingml/2006/main">
              <a:ext uri="{FF2B5EF4-FFF2-40B4-BE49-F238E27FC236}">
                <a16:creationId xmlns:a16="http://schemas.microsoft.com/office/drawing/2014/main" id="{4A09AC87-659A-4AE8-B13E-6D948352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79978"/>
            <a:ext cx="809625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69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Recipe</a:t>
            </a:r>
          </a:p>
        </p:txBody>
      </p:sp>
      <p:sp>
        <p:nvSpPr>
          <p:cNvPr id="202" name="element-202">
            <a:extLst xmlns:a="http://schemas.openxmlformats.org/drawingml/2006/main">
              <a:ext uri="{FF2B5EF4-FFF2-40B4-BE49-F238E27FC236}">
                <a16:creationId xmlns:a16="http://schemas.microsoft.com/office/drawing/2014/main" id="{F543AA64-E5F5-42B9-9A0F-F560A6A3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513" y="6726269"/>
            <a:ext cx="95250" cy="771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51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text-203">
            <a:extLst xmlns:a="http://schemas.openxmlformats.org/drawingml/2006/main">
              <a:ext uri="{FF2B5EF4-FFF2-40B4-BE49-F238E27FC236}">
                <a16:creationId xmlns:a16="http://schemas.microsoft.com/office/drawing/2014/main" id="{7B28D26E-7E70-4C56-B69C-1271367D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513" y="6720483"/>
            <a:ext cx="95250" cy="82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8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!</a:t>
            </a:r>
          </a:p>
        </p:txBody>
      </p:sp>
      <p:sp>
        <p:nvSpPr>
          <p:cNvPr id="204" name="vector-204">
            <a:extLst xmlns:a="http://schemas.openxmlformats.org/drawingml/2006/main">
              <a:ext uri="{FF2B5EF4-FFF2-40B4-BE49-F238E27FC236}">
                <a16:creationId xmlns:a16="http://schemas.microsoft.com/office/drawing/2014/main" id="{F06EC4CD-A8B3-47AE-9245-0DA7983C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865144"/>
            <a:ext cx="2428875" cy="386"/>
          </a:xfrm>
          <a:custGeom xmlns:a="http://schemas.openxmlformats.org/drawingml/2006/main">
            <a:pathLst>
              <a:path w="2428875" h="476">
                <a:moveTo>
                  <a:pt x="0" y="0"/>
                </a:moveTo>
                <a:lnTo>
                  <a:pt x="2428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E0E5ED"/>
            </a:solidFill>
            <a:prstDash val="solid"/>
          </a:ln>
        </p:spPr>
      </p:sp>
      <p:sp>
        <p:nvSpPr>
          <p:cNvPr id="205" name="element-205">
            <a:extLst xmlns:a="http://schemas.openxmlformats.org/drawingml/2006/main">
              <a:ext uri="{FF2B5EF4-FFF2-40B4-BE49-F238E27FC236}">
                <a16:creationId xmlns:a16="http://schemas.microsoft.com/office/drawing/2014/main" id="{CD6E9046-504D-440A-BA66-256A4AAD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6919151"/>
            <a:ext cx="485775" cy="3086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AD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text-206">
            <a:extLst xmlns:a="http://schemas.openxmlformats.org/drawingml/2006/main">
              <a:ext uri="{FF2B5EF4-FFF2-40B4-BE49-F238E27FC236}">
                <a16:creationId xmlns:a16="http://schemas.microsoft.com/office/drawing/2014/main" id="{1CD3568B-6E00-41D6-BE15-8ABACDF6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849713"/>
            <a:ext cx="809625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69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Qtime</a:t>
            </a:r>
          </a:p>
        </p:txBody>
      </p:sp>
      <p:sp>
        <p:nvSpPr>
          <p:cNvPr id="207" name="element-207">
            <a:extLst xmlns:a="http://schemas.openxmlformats.org/drawingml/2006/main">
              <a:ext uri="{FF2B5EF4-FFF2-40B4-BE49-F238E27FC236}">
                <a16:creationId xmlns:a16="http://schemas.microsoft.com/office/drawing/2014/main" id="{32F1BFD7-AD0A-4A60-9B1F-78AEC911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513" y="6896005"/>
            <a:ext cx="95250" cy="771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vector-208">
            <a:extLst xmlns:a="http://schemas.openxmlformats.org/drawingml/2006/main">
              <a:ext uri="{FF2B5EF4-FFF2-40B4-BE49-F238E27FC236}">
                <a16:creationId xmlns:a16="http://schemas.microsoft.com/office/drawing/2014/main" id="{BF13FE0B-2109-45CB-9173-9EEEAAC6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2515" y="6912593"/>
            <a:ext cx="55245" cy="39734"/>
          </a:xfrm>
          <a:custGeom xmlns:a="http://schemas.openxmlformats.org/drawingml/2006/main">
            <a:pathLst>
              <a:path w="55245" h="49054">
                <a:moveTo>
                  <a:pt x="27623" y="0"/>
                </a:moveTo>
                <a:lnTo>
                  <a:pt x="55245" y="49054"/>
                </a:lnTo>
                <a:lnTo>
                  <a:pt x="0" y="490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text-209">
            <a:extLst xmlns:a="http://schemas.openxmlformats.org/drawingml/2006/main">
              <a:ext uri="{FF2B5EF4-FFF2-40B4-BE49-F238E27FC236}">
                <a16:creationId xmlns:a16="http://schemas.microsoft.com/office/drawing/2014/main" id="{0173C9D9-4DA9-4FAE-9AF2-273F2525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8231" y="6916450"/>
            <a:ext cx="23813" cy="44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6" b="1">
                <a:solidFill>
                  <a:srgbClr val="F5B52D"/>
                </a:solidFill>
                <a:latin typeface="Noto Sans KR"/>
                <a:ea typeface="Noto Sans KR"/>
                <a:cs typeface="Noto Sans KR"/>
              </a:defRPr>
            </a:pPr>
            <a:r>
              <a:rPr sz="300" b="1">
                <a:solidFill>
                  <a:srgbClr val="F5B52D"/>
                </a:solidFill>
                <a:latin typeface="Noto Sans KR"/>
                <a:ea typeface="Noto Sans KR"/>
                <a:cs typeface="Noto Sans KR"/>
              </a:rPr>
              <a:t>!</a:t>
            </a:r>
          </a:p>
        </p:txBody>
      </p:sp>
      <p:sp>
        <p:nvSpPr>
          <p:cNvPr id="210" name="vector-210">
            <a:extLst xmlns:a="http://schemas.openxmlformats.org/drawingml/2006/main">
              <a:ext uri="{FF2B5EF4-FFF2-40B4-BE49-F238E27FC236}">
                <a16:creationId xmlns:a16="http://schemas.microsoft.com/office/drawing/2014/main" id="{0730CFA8-EA51-4A13-BCCA-04DDDCAF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7034879"/>
            <a:ext cx="2428875" cy="386"/>
          </a:xfrm>
          <a:custGeom xmlns:a="http://schemas.openxmlformats.org/drawingml/2006/main">
            <a:pathLst>
              <a:path w="2428875" h="476">
                <a:moveTo>
                  <a:pt x="0" y="0"/>
                </a:moveTo>
                <a:lnTo>
                  <a:pt x="2428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E0E5ED"/>
            </a:solidFill>
            <a:prstDash val="solid"/>
          </a:ln>
        </p:spPr>
      </p:sp>
      <p:sp>
        <p:nvSpPr>
          <p:cNvPr id="211" name="element-211">
            <a:extLst xmlns:a="http://schemas.openxmlformats.org/drawingml/2006/main">
              <a:ext uri="{FF2B5EF4-FFF2-40B4-BE49-F238E27FC236}">
                <a16:creationId xmlns:a16="http://schemas.microsoft.com/office/drawing/2014/main" id="{161B81AC-641A-4319-A792-D0912C70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7088886"/>
            <a:ext cx="485775" cy="3086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AD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text-212">
            <a:extLst xmlns:a="http://schemas.openxmlformats.org/drawingml/2006/main">
              <a:ext uri="{FF2B5EF4-FFF2-40B4-BE49-F238E27FC236}">
                <a16:creationId xmlns:a16="http://schemas.microsoft.com/office/drawing/2014/main" id="{60E39225-0DB7-4424-85D5-4F4B9ADE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019449"/>
            <a:ext cx="809625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69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Reticle</a:t>
            </a:r>
          </a:p>
        </p:txBody>
      </p:sp>
      <p:sp>
        <p:nvSpPr>
          <p:cNvPr id="213" name="element-213">
            <a:extLst xmlns:a="http://schemas.openxmlformats.org/drawingml/2006/main">
              <a:ext uri="{FF2B5EF4-FFF2-40B4-BE49-F238E27FC236}">
                <a16:creationId xmlns:a16="http://schemas.microsoft.com/office/drawing/2014/main" id="{A5065336-612E-4CFF-B6CD-6640C865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513" y="7065740"/>
            <a:ext cx="95250" cy="771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9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text-214">
            <a:extLst xmlns:a="http://schemas.openxmlformats.org/drawingml/2006/main">
              <a:ext uri="{FF2B5EF4-FFF2-40B4-BE49-F238E27FC236}">
                <a16:creationId xmlns:a16="http://schemas.microsoft.com/office/drawing/2014/main" id="{38F5EEAD-13E4-428C-8915-DEAFAC8D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513" y="7059954"/>
            <a:ext cx="95250" cy="82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8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?</a:t>
            </a:r>
          </a:p>
        </p:txBody>
      </p:sp>
      <p:sp>
        <p:nvSpPr>
          <p:cNvPr id="215" name="text-215">
            <a:extLst xmlns:a="http://schemas.openxmlformats.org/drawingml/2006/main">
              <a:ext uri="{FF2B5EF4-FFF2-40B4-BE49-F238E27FC236}">
                <a16:creationId xmlns:a16="http://schemas.microsoft.com/office/drawing/2014/main" id="{9DC6F5F1-1474-47AC-BBC5-BB3B91A6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7227761"/>
            <a:ext cx="2428875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966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3. 종합 의견</a:t>
            </a:r>
          </a:p>
        </p:txBody>
      </p:sp>
      <p:sp>
        <p:nvSpPr>
          <p:cNvPr id="216" name="element-216">
            <a:extLst xmlns:a="http://schemas.openxmlformats.org/drawingml/2006/main">
              <a:ext uri="{FF2B5EF4-FFF2-40B4-BE49-F238E27FC236}">
                <a16:creationId xmlns:a16="http://schemas.microsoft.com/office/drawing/2014/main" id="{A320AD5F-A267-4728-BBCC-ECB1A683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7451503"/>
            <a:ext cx="2428875" cy="3086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D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element-217">
            <a:extLst xmlns:a="http://schemas.openxmlformats.org/drawingml/2006/main">
              <a:ext uri="{FF2B5EF4-FFF2-40B4-BE49-F238E27FC236}">
                <a16:creationId xmlns:a16="http://schemas.microsoft.com/office/drawing/2014/main" id="{882BB4A1-7297-4A62-8B1C-4E0561EB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7551801"/>
            <a:ext cx="1776889" cy="3086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element-218">
            <a:extLst xmlns:a="http://schemas.openxmlformats.org/drawingml/2006/main">
              <a:ext uri="{FF2B5EF4-FFF2-40B4-BE49-F238E27FC236}">
                <a16:creationId xmlns:a16="http://schemas.microsoft.com/office/drawing/2014/main" id="{7A9A2E9D-7D5A-4135-BEF6-A9E92FDB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991225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334252"/>
            </a:solidFill>
            <a:prstDash val="solid"/>
          </a:ln>
        </p:spPr>
      </p:sp>
      <p:sp>
        <p:nvSpPr>
          <p:cNvPr id="219" name="element-219">
            <a:extLst xmlns:a="http://schemas.openxmlformats.org/drawingml/2006/main">
              <a:ext uri="{FF2B5EF4-FFF2-40B4-BE49-F238E27FC236}">
                <a16:creationId xmlns:a16="http://schemas.microsoft.com/office/drawing/2014/main" id="{70EFA02E-A16C-4ED2-93EC-FD5EA2EC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7814" y="5991225"/>
            <a:ext cx="184023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252"/>
            </a:solidFill>
            <a:prstDash val="solid"/>
          </a:ln>
        </p:spPr>
      </p:sp>
      <p:sp>
        <p:nvSpPr>
          <p:cNvPr id="220" name="vector-220">
            <a:extLst xmlns:a="http://schemas.openxmlformats.org/drawingml/2006/main">
              <a:ext uri="{FF2B5EF4-FFF2-40B4-BE49-F238E27FC236}">
                <a16:creationId xmlns:a16="http://schemas.microsoft.com/office/drawing/2014/main" id="{4B174539-CF45-449A-8DCA-E04F2946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6191250"/>
            <a:ext cx="400050" cy="476"/>
          </a:xfrm>
          <a:custGeom xmlns:a="http://schemas.openxmlformats.org/drawingml/2006/main">
            <a:pathLst>
              <a:path w="400050" h="476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4252"/>
            </a:solidFill>
            <a:prstDash val="solid"/>
          </a:ln>
        </p:spPr>
      </p:sp>
      <p:sp>
        <p:nvSpPr>
          <p:cNvPr id="221" name="vector-221">
            <a:extLst xmlns:a="http://schemas.openxmlformats.org/drawingml/2006/main">
              <a:ext uri="{FF2B5EF4-FFF2-40B4-BE49-F238E27FC236}">
                <a16:creationId xmlns:a16="http://schemas.microsoft.com/office/drawing/2014/main" id="{6A786D18-BCD7-4E15-8CBC-AB40CE6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7804" y="6095238"/>
            <a:ext cx="344043" cy="476"/>
          </a:xfrm>
          <a:custGeom xmlns:a="http://schemas.openxmlformats.org/drawingml/2006/main">
            <a:pathLst>
              <a:path w="344043" h="476">
                <a:moveTo>
                  <a:pt x="0" y="0"/>
                </a:moveTo>
                <a:lnTo>
                  <a:pt x="3440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34252"/>
            </a:solidFill>
            <a:prstDash val="solid"/>
          </a:ln>
        </p:spPr>
      </p:sp>
      <p:sp>
        <p:nvSpPr>
          <p:cNvPr id="222" name="vector-222">
            <a:extLst xmlns:a="http://schemas.openxmlformats.org/drawingml/2006/main">
              <a:ext uri="{FF2B5EF4-FFF2-40B4-BE49-F238E27FC236}">
                <a16:creationId xmlns:a16="http://schemas.microsoft.com/office/drawing/2014/main" id="{EC41E1B0-82F0-46E0-8AC1-73CB9287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7804" y="6287262"/>
            <a:ext cx="344043" cy="476"/>
          </a:xfrm>
          <a:custGeom xmlns:a="http://schemas.openxmlformats.org/drawingml/2006/main">
            <a:pathLst>
              <a:path w="344043" h="476">
                <a:moveTo>
                  <a:pt x="0" y="0"/>
                </a:moveTo>
                <a:lnTo>
                  <a:pt x="3440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34252"/>
            </a:solidFill>
            <a:prstDash val="solid"/>
          </a:ln>
        </p:spPr>
      </p:sp>
      <p:sp>
        <p:nvSpPr>
          <p:cNvPr id="223" name="text-223">
            <a:extLst xmlns:a="http://schemas.openxmlformats.org/drawingml/2006/main">
              <a:ext uri="{FF2B5EF4-FFF2-40B4-BE49-F238E27FC236}">
                <a16:creationId xmlns:a16="http://schemas.microsoft.com/office/drawing/2014/main" id="{2A3CFF7F-3648-4690-B039-569E2675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64579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HTML</a:t>
            </a:r>
          </a:p>
        </p:txBody>
      </p:sp>
      <p:sp>
        <p:nvSpPr>
          <p:cNvPr id="224" name="vector-224">
            <a:extLst xmlns:a="http://schemas.openxmlformats.org/drawingml/2006/main">
              <a:ext uri="{FF2B5EF4-FFF2-40B4-BE49-F238E27FC236}">
                <a16:creationId xmlns:a16="http://schemas.microsoft.com/office/drawing/2014/main" id="{89AB6AC4-2A2D-4F82-8A36-DF37378D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000875"/>
            <a:ext cx="334327" cy="416052"/>
          </a:xfrm>
          <a:custGeom xmlns:a="http://schemas.openxmlformats.org/drawingml/2006/main">
            <a:pathLst>
              <a:path w="334327" h="416052">
                <a:moveTo>
                  <a:pt x="0" y="0"/>
                </a:moveTo>
                <a:lnTo>
                  <a:pt x="222885" y="0"/>
                </a:lnTo>
                <a:lnTo>
                  <a:pt x="334327" y="111443"/>
                </a:lnTo>
                <a:lnTo>
                  <a:pt x="334327" y="416052"/>
                </a:lnTo>
                <a:lnTo>
                  <a:pt x="0" y="416052"/>
                </a:lnTo>
                <a:close/>
              </a:path>
            </a:pathLst>
          </a:custGeom>
          <a:solidFill xmlns:a="http://schemas.openxmlformats.org/drawingml/2006/main">
            <a:srgbClr val="334252"/>
          </a:solidFill>
          <a:ln xmlns:a="http://schemas.openxmlformats.org/drawingml/2006/main" w="24765">
            <a:solidFill>
              <a:srgbClr val="334252"/>
            </a:solidFill>
            <a:prstDash val="solid"/>
          </a:ln>
        </p:spPr>
      </p:sp>
      <p:sp>
        <p:nvSpPr>
          <p:cNvPr id="225" name="vector-225">
            <a:extLst xmlns:a="http://schemas.openxmlformats.org/drawingml/2006/main">
              <a:ext uri="{FF2B5EF4-FFF2-40B4-BE49-F238E27FC236}">
                <a16:creationId xmlns:a16="http://schemas.microsoft.com/office/drawing/2014/main" id="{285C50B3-61EF-4C11-A2F7-6E8E80C6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1735" y="7000875"/>
            <a:ext cx="111442" cy="111443"/>
          </a:xfrm>
          <a:custGeom xmlns:a="http://schemas.openxmlformats.org/drawingml/2006/main">
            <a:pathLst>
              <a:path w="111442" h="111443">
                <a:moveTo>
                  <a:pt x="0" y="0"/>
                </a:moveTo>
                <a:lnTo>
                  <a:pt x="0" y="111443"/>
                </a:lnTo>
                <a:lnTo>
                  <a:pt x="111442" y="111443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334252"/>
            </a:solidFill>
            <a:prstDash val="solid"/>
          </a:ln>
        </p:spPr>
      </p:sp>
      <p:sp>
        <p:nvSpPr>
          <p:cNvPr id="226" name="vector-226">
            <a:extLst xmlns:a="http://schemas.openxmlformats.org/drawingml/2006/main">
              <a:ext uri="{FF2B5EF4-FFF2-40B4-BE49-F238E27FC236}">
                <a16:creationId xmlns:a16="http://schemas.microsoft.com/office/drawing/2014/main" id="{DCEF690B-42BC-4D30-80F5-B756D412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2001" y="7197757"/>
            <a:ext cx="174593" cy="476"/>
          </a:xfrm>
          <a:custGeom xmlns:a="http://schemas.openxmlformats.org/drawingml/2006/main">
            <a:pathLst>
              <a:path w="174593" h="476">
                <a:moveTo>
                  <a:pt x="0" y="0"/>
                </a:moveTo>
                <a:lnTo>
                  <a:pt x="1745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27" name="vector-227">
            <a:extLst xmlns:a="http://schemas.openxmlformats.org/drawingml/2006/main">
              <a:ext uri="{FF2B5EF4-FFF2-40B4-BE49-F238E27FC236}">
                <a16:creationId xmlns:a16="http://schemas.microsoft.com/office/drawing/2014/main" id="{08CD50FD-A2AF-418E-AB94-412AD59D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2001" y="7257193"/>
            <a:ext cx="174593" cy="476"/>
          </a:xfrm>
          <a:custGeom xmlns:a="http://schemas.openxmlformats.org/drawingml/2006/main">
            <a:pathLst>
              <a:path w="174593" h="476">
                <a:moveTo>
                  <a:pt x="0" y="0"/>
                </a:moveTo>
                <a:lnTo>
                  <a:pt x="1745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28" name="vector-228">
            <a:extLst xmlns:a="http://schemas.openxmlformats.org/drawingml/2006/main">
              <a:ext uri="{FF2B5EF4-FFF2-40B4-BE49-F238E27FC236}">
                <a16:creationId xmlns:a16="http://schemas.microsoft.com/office/drawing/2014/main" id="{B9783568-C18E-48A5-8D0B-8A594BE6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2001" y="7316629"/>
            <a:ext cx="174593" cy="476"/>
          </a:xfrm>
          <a:custGeom xmlns:a="http://schemas.openxmlformats.org/drawingml/2006/main">
            <a:pathLst>
              <a:path w="174593" h="476">
                <a:moveTo>
                  <a:pt x="0" y="0"/>
                </a:moveTo>
                <a:lnTo>
                  <a:pt x="1745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29" name="text-229">
            <a:extLst xmlns:a="http://schemas.openxmlformats.org/drawingml/2006/main">
              <a:ext uri="{FF2B5EF4-FFF2-40B4-BE49-F238E27FC236}">
                <a16:creationId xmlns:a16="http://schemas.microsoft.com/office/drawing/2014/main" id="{2E52382D-B76F-4BAE-A1D6-5A0F9399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4771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PDF</a:t>
            </a:r>
          </a:p>
        </p:txBody>
      </p:sp>
      <p:sp>
        <p:nvSpPr>
          <p:cNvPr id="230" name="vector-230">
            <a:extLst xmlns:a="http://schemas.openxmlformats.org/drawingml/2006/main">
              <a:ext uri="{FF2B5EF4-FFF2-40B4-BE49-F238E27FC236}">
                <a16:creationId xmlns:a16="http://schemas.microsoft.com/office/drawing/2014/main" id="{3BBBA927-A6F0-4405-9A6C-F884D531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6629400"/>
            <a:ext cx="314325" cy="476"/>
          </a:xfrm>
          <a:custGeom xmlns:a="http://schemas.openxmlformats.org/drawingml/2006/main">
            <a:pathLst>
              <a:path w="314325" h="476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45648E"/>
            </a:solidFill>
            <a:prstDash val="solid"/>
          </a:ln>
        </p:spPr>
      </p:sp>
      <p:sp>
        <p:nvSpPr>
          <p:cNvPr id="231" name="vector-231">
            <a:extLst xmlns:a="http://schemas.openxmlformats.org/drawingml/2006/main">
              <a:ext uri="{FF2B5EF4-FFF2-40B4-BE49-F238E27FC236}">
                <a16:creationId xmlns:a16="http://schemas.microsoft.com/office/drawing/2014/main" id="{A56C2B0C-969B-4F8E-AC90-A468C3BD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948" y="6571756"/>
            <a:ext cx="75827" cy="115288"/>
          </a:xfrm>
          <a:custGeom xmlns:a="http://schemas.openxmlformats.org/drawingml/2006/main">
            <a:pathLst>
              <a:path w="75827" h="115288">
                <a:moveTo>
                  <a:pt x="0" y="115288"/>
                </a:moveTo>
                <a:lnTo>
                  <a:pt x="75827" y="5764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45648E"/>
            </a:solidFill>
            <a:prstDash val="solid"/>
          </a:ln>
        </p:spPr>
      </p:sp>
      <p:sp>
        <p:nvSpPr>
          <p:cNvPr id="232" name="vector-232">
            <a:extLst xmlns:a="http://schemas.openxmlformats.org/drawingml/2006/main">
              <a:ext uri="{FF2B5EF4-FFF2-40B4-BE49-F238E27FC236}">
                <a16:creationId xmlns:a16="http://schemas.microsoft.com/office/drawing/2014/main" id="{1F0B3135-C2F5-4A55-A297-6B19F3E6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543675"/>
            <a:ext cx="209550" cy="476"/>
          </a:xfrm>
          <a:custGeom xmlns:a="http://schemas.openxmlformats.org/drawingml/2006/main">
            <a:pathLst>
              <a:path w="209550" h="476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233" name="vector-233">
            <a:extLst xmlns:a="http://schemas.openxmlformats.org/drawingml/2006/main">
              <a:ext uri="{FF2B5EF4-FFF2-40B4-BE49-F238E27FC236}">
                <a16:creationId xmlns:a16="http://schemas.microsoft.com/office/drawing/2014/main" id="{D61C8C11-28B7-4D1D-9D92-772001A1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973" y="6486031"/>
            <a:ext cx="75827" cy="115288"/>
          </a:xfrm>
          <a:custGeom xmlns:a="http://schemas.openxmlformats.org/drawingml/2006/main">
            <a:pathLst>
              <a:path w="75827" h="115288">
                <a:moveTo>
                  <a:pt x="0" y="115288"/>
                </a:moveTo>
                <a:lnTo>
                  <a:pt x="75827" y="5764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234" name="vector-234">
            <a:extLst xmlns:a="http://schemas.openxmlformats.org/drawingml/2006/main">
              <a:ext uri="{FF2B5EF4-FFF2-40B4-BE49-F238E27FC236}">
                <a16:creationId xmlns:a16="http://schemas.microsoft.com/office/drawing/2014/main" id="{FFCD259B-0C3F-4249-8328-780895CA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6543675"/>
            <a:ext cx="209550" cy="476"/>
          </a:xfrm>
          <a:custGeom xmlns:a="http://schemas.openxmlformats.org/drawingml/2006/main">
            <a:pathLst>
              <a:path w="209550" h="476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235" name="vector-235">
            <a:extLst xmlns:a="http://schemas.openxmlformats.org/drawingml/2006/main">
              <a:ext uri="{FF2B5EF4-FFF2-40B4-BE49-F238E27FC236}">
                <a16:creationId xmlns:a16="http://schemas.microsoft.com/office/drawing/2014/main" id="{DD198B39-6F43-4EFE-85AA-A3764650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48" y="6486031"/>
            <a:ext cx="75827" cy="115288"/>
          </a:xfrm>
          <a:custGeom xmlns:a="http://schemas.openxmlformats.org/drawingml/2006/main">
            <a:pathLst>
              <a:path w="75827" h="115288">
                <a:moveTo>
                  <a:pt x="0" y="115288"/>
                </a:moveTo>
                <a:lnTo>
                  <a:pt x="75827" y="5764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236" name="text-236">
            <a:extLst xmlns:a="http://schemas.openxmlformats.org/drawingml/2006/main">
              <a:ext uri="{FF2B5EF4-FFF2-40B4-BE49-F238E27FC236}">
                <a16:creationId xmlns:a16="http://schemas.microsoft.com/office/drawing/2014/main" id="{F5ECE212-3457-4A6D-812A-4D5E0CDF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24825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07B8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707B8B"/>
                </a:solidFill>
                <a:latin typeface="Noto Sans KR"/>
                <a:ea typeface="Noto Sans KR"/>
                <a:cs typeface="Noto Sans KR"/>
              </a:rPr>
              <a:t>SK</a:t>
            </a:r>
          </a:p>
        </p:txBody>
      </p:sp>
      <p:sp>
        <p:nvSpPr>
          <p:cNvPr id="237" name="text-237">
            <a:extLst xmlns:a="http://schemas.openxmlformats.org/drawingml/2006/main">
              <a:ext uri="{FF2B5EF4-FFF2-40B4-BE49-F238E27FC236}">
                <a16:creationId xmlns:a16="http://schemas.microsoft.com/office/drawing/2014/main" id="{865329C3-F559-4B8B-B49B-D26C1678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18197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07B8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07B8B"/>
                </a:solidFill>
                <a:latin typeface="Noto Sans KR"/>
                <a:ea typeface="Noto Sans KR"/>
                <a:cs typeface="Noto Sans KR"/>
              </a:rPr>
              <a:t>hynix</a:t>
            </a:r>
          </a:p>
        </p:txBody>
      </p:sp>
      <p:sp>
        <p:nvSpPr>
          <p:cNvPr id="238" name="vector-238">
            <a:extLst xmlns:a="http://schemas.openxmlformats.org/drawingml/2006/main">
              <a:ext uri="{FF2B5EF4-FFF2-40B4-BE49-F238E27FC236}">
                <a16:creationId xmlns:a16="http://schemas.microsoft.com/office/drawing/2014/main" id="{BF1D4E02-B0E3-4940-9764-0B066AC8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210550"/>
            <a:ext cx="476" cy="171450"/>
          </a:xfrm>
          <a:custGeom xmlns:a="http://schemas.openxmlformats.org/drawingml/2006/main">
            <a:pathLst>
              <a:path w="476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1CA"/>
            </a:solidFill>
            <a:prstDash val="solid"/>
          </a:ln>
        </p:spPr>
      </p:sp>
      <p:sp>
        <p:nvSpPr>
          <p:cNvPr id="239" name="text-239">
            <a:extLst xmlns:a="http://schemas.openxmlformats.org/drawingml/2006/main">
              <a:ext uri="{FF2B5EF4-FFF2-40B4-BE49-F238E27FC236}">
                <a16:creationId xmlns:a16="http://schemas.microsoft.com/office/drawing/2014/main" id="{105C479A-02B6-4188-9C56-5F1413A7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8191500"/>
            <a:ext cx="647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6909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86909C"/>
                </a:solidFill>
                <a:latin typeface="Noto Sans KR"/>
                <a:ea typeface="Noto Sans KR"/>
                <a:cs typeface="Noto Sans KR"/>
              </a:rPr>
              <a:t>AI for Manufacturing Excellence</a:t>
            </a:r>
          </a:p>
        </p:txBody>
      </p:sp>
      <p:sp>
        <p:nvSpPr>
          <p:cNvPr id="240" name="text-240">
            <a:extLst xmlns:a="http://schemas.openxmlformats.org/drawingml/2006/main">
              <a:ext uri="{FF2B5EF4-FFF2-40B4-BE49-F238E27FC236}">
                <a16:creationId xmlns:a16="http://schemas.microsoft.com/office/drawing/2014/main" id="{6C00931C-8A75-4E5B-8518-145E9775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8191500"/>
            <a:ext cx="1781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6909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86909C"/>
                </a:solidFill>
                <a:latin typeface="Noto Sans KR"/>
                <a:ea typeface="Noto Sans KR"/>
                <a:cs typeface="Noto Sans KR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000526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6" name="element-241">
            <a:extLst xmlns:a="http://schemas.openxmlformats.org/drawingml/2006/main">
              <a:ext uri="{FF2B5EF4-FFF2-40B4-BE49-F238E27FC236}">
                <a16:creationId xmlns:a16="http://schemas.microsoft.com/office/drawing/2014/main" id="{E55C073A-F75A-4718-9F3C-54F040F3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gradFill xmlns:a="http://schemas.openxmlformats.org/drawingml/2006/main">
            <a:gsLst>
              <a:gs pos="0">
                <a:srgbClr val="445161"/>
              </a:gs>
              <a:gs pos="100000">
                <a:srgbClr val="293848"/>
              </a:gs>
            </a:gsLst>
            <a:lin ang="5400000"/>
          </a:gradFill>
          <a:ln xmlns:a="http://schemas.openxmlformats.org/drawingml/2006/main" w="5715">
            <a:solidFill>
              <a:srgbClr val="253544"/>
            </a:solidFill>
            <a:prstDash val="solid"/>
          </a:ln>
        </p:spPr>
      </p:sp>
      <p:sp>
        <p:nvSpPr>
          <p:cNvPr id="2" name="text-242">
            <a:extLst xmlns:a="http://schemas.openxmlformats.org/drawingml/2006/main">
              <a:ext uri="{FF2B5EF4-FFF2-40B4-BE49-F238E27FC236}">
                <a16:creationId xmlns:a16="http://schemas.microsoft.com/office/drawing/2014/main" id="{BB545F8C-83AD-4B04-8E4D-3500A637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0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" name="text-243">
            <a:extLst xmlns:a="http://schemas.openxmlformats.org/drawingml/2006/main">
              <a:ext uri="{FF2B5EF4-FFF2-40B4-BE49-F238E27FC236}">
                <a16:creationId xmlns:a16="http://schemas.microsoft.com/office/drawing/2014/main" id="{4EEFCBDA-C2AF-4FA8-A1CB-0E1047D4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95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Route 검토 Agent 시스템 구현 방식</a:t>
            </a:r>
          </a:p>
        </p:txBody>
      </p:sp>
      <p:sp>
        <p:nvSpPr>
          <p:cNvPr id="4" name="text-244">
            <a:extLst xmlns:a="http://schemas.openxmlformats.org/drawingml/2006/main">
              <a:ext uri="{FF2B5EF4-FFF2-40B4-BE49-F238E27FC236}">
                <a16:creationId xmlns:a16="http://schemas.microsoft.com/office/drawing/2014/main" id="{38324057-02CD-4F12-AFF8-4B37EDCF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09625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사내 시스템과 연계한 실시간 데이터 기반, LLM 중심의 검토 자동화 구조입니다.</a:t>
            </a:r>
          </a:p>
        </p:txBody>
      </p:sp>
      <p:sp>
        <p:nvSpPr>
          <p:cNvPr id="5" name="text-245">
            <a:extLst xmlns:a="http://schemas.openxmlformats.org/drawingml/2006/main">
              <a:ext uri="{FF2B5EF4-FFF2-40B4-BE49-F238E27FC236}">
                <a16:creationId xmlns:a16="http://schemas.microsoft.com/office/drawing/2014/main" id="{F9032363-5C3D-46CB-9C70-888A976D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857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491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C8491"/>
                </a:solidFill>
                <a:latin typeface="Noto Sans KR"/>
                <a:ea typeface="Noto Sans KR"/>
                <a:cs typeface="Noto Sans KR"/>
              </a:rPr>
              <a:t>Integrated AI Agent</a:t>
            </a:r>
          </a:p>
          <a:p xmlns:a="http://schemas.openxmlformats.org/drawingml/2006/main">
            <a:pPr algn="r">
              <a:defRPr sz="1125" b="0">
                <a:solidFill>
                  <a:srgbClr val="7C8491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C8491"/>
                </a:solidFill>
                <a:latin typeface="Noto Sans KR"/>
                <a:ea typeface="Noto Sans KR"/>
                <a:cs typeface="Noto Sans KR"/>
              </a:rPr>
              <a:t>for Smarter Route Management</a:t>
            </a:r>
          </a:p>
        </p:txBody>
      </p:sp>
      <p:sp>
        <p:nvSpPr>
          <p:cNvPr id="6" name="element-246">
            <a:extLst xmlns:a="http://schemas.openxmlformats.org/drawingml/2006/main">
              <a:ext uri="{FF2B5EF4-FFF2-40B4-BE49-F238E27FC236}">
                <a16:creationId xmlns:a16="http://schemas.microsoft.com/office/drawing/2014/main" id="{D7D2F6E8-3492-454D-A479-37937714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857500" cy="1485900"/>
          </a:xfrm>
          <a:prstGeom xmlns:a="http://schemas.openxmlformats.org/drawingml/2006/main" prst="roundRect">
            <a:avLst>
              <a:gd name="adj" fmla="val 5769"/>
            </a:avLst>
          </a:prstGeom>
          <a:gradFill xmlns:a="http://schemas.openxmlformats.org/drawingml/2006/main">
            <a:gsLst>
              <a:gs pos="0">
                <a:srgbClr val="F1F7FE"/>
              </a:gs>
              <a:gs pos="100000">
                <a:srgbClr val="EDF5FD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7" name="element-247">
            <a:extLst xmlns:a="http://schemas.openxmlformats.org/drawingml/2006/main">
              <a:ext uri="{FF2B5EF4-FFF2-40B4-BE49-F238E27FC236}">
                <a16:creationId xmlns:a16="http://schemas.microsoft.com/office/drawing/2014/main" id="{CA78B0F7-4C08-4C2B-A667-18322219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3" y="1866900"/>
            <a:ext cx="224790" cy="22479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C4A5A"/>
              </a:gs>
              <a:gs pos="100000">
                <a:srgbClr val="233344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vector-248">
            <a:extLst xmlns:a="http://schemas.openxmlformats.org/drawingml/2006/main">
              <a:ext uri="{FF2B5EF4-FFF2-40B4-BE49-F238E27FC236}">
                <a16:creationId xmlns:a16="http://schemas.microsoft.com/office/drawing/2014/main" id="{D7B77129-25B0-450B-B947-CFBF989E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8" y="2142268"/>
            <a:ext cx="449580" cy="286607"/>
          </a:xfrm>
          <a:custGeom xmlns:a="http://schemas.openxmlformats.org/drawingml/2006/main">
            <a:pathLst>
              <a:path w="449580" h="286607">
                <a:moveTo>
                  <a:pt x="0" y="207931"/>
                </a:moveTo>
                <a:lnTo>
                  <a:pt x="1923" y="180790"/>
                </a:lnTo>
                <a:lnTo>
                  <a:pt x="7660" y="154114"/>
                </a:lnTo>
                <a:lnTo>
                  <a:pt x="17111" y="128359"/>
                </a:lnTo>
                <a:lnTo>
                  <a:pt x="30116" y="103965"/>
                </a:lnTo>
                <a:lnTo>
                  <a:pt x="46452" y="81351"/>
                </a:lnTo>
                <a:lnTo>
                  <a:pt x="65839" y="60902"/>
                </a:lnTo>
                <a:lnTo>
                  <a:pt x="87947" y="42968"/>
                </a:lnTo>
                <a:lnTo>
                  <a:pt x="112395" y="27857"/>
                </a:lnTo>
                <a:lnTo>
                  <a:pt x="138767" y="15828"/>
                </a:lnTo>
                <a:lnTo>
                  <a:pt x="166610" y="7085"/>
                </a:lnTo>
                <a:lnTo>
                  <a:pt x="195449" y="1779"/>
                </a:lnTo>
                <a:lnTo>
                  <a:pt x="224790" y="0"/>
                </a:lnTo>
                <a:lnTo>
                  <a:pt x="254131" y="1779"/>
                </a:lnTo>
                <a:lnTo>
                  <a:pt x="282970" y="7085"/>
                </a:lnTo>
                <a:lnTo>
                  <a:pt x="310813" y="15828"/>
                </a:lnTo>
                <a:lnTo>
                  <a:pt x="337185" y="27857"/>
                </a:lnTo>
                <a:lnTo>
                  <a:pt x="361633" y="42968"/>
                </a:lnTo>
                <a:lnTo>
                  <a:pt x="383741" y="60902"/>
                </a:lnTo>
                <a:lnTo>
                  <a:pt x="403128" y="81351"/>
                </a:lnTo>
                <a:lnTo>
                  <a:pt x="419464" y="103965"/>
                </a:lnTo>
                <a:lnTo>
                  <a:pt x="432469" y="128359"/>
                </a:lnTo>
                <a:lnTo>
                  <a:pt x="441920" y="154114"/>
                </a:lnTo>
                <a:lnTo>
                  <a:pt x="447657" y="180790"/>
                </a:lnTo>
                <a:lnTo>
                  <a:pt x="449580" y="207931"/>
                </a:lnTo>
                <a:lnTo>
                  <a:pt x="449580" y="286607"/>
                </a:lnTo>
                <a:lnTo>
                  <a:pt x="0" y="286607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3C4A5A"/>
              </a:gs>
              <a:gs pos="100000">
                <a:srgbClr val="233344"/>
              </a:gs>
            </a:gsLst>
            <a:lin ang="5400000"/>
          </a:gradFill>
          <a:ln xmlns:a="http://schemas.openxmlformats.org/drawingml/2006/main" w="4763">
            <a:solidFill>
              <a:srgbClr val="253445"/>
            </a:solidFill>
            <a:prstDash val="solid"/>
          </a:ln>
        </p:spPr>
      </p:sp>
      <p:sp>
        <p:nvSpPr>
          <p:cNvPr id="9" name="text-249">
            <a:extLst xmlns:a="http://schemas.openxmlformats.org/drawingml/2006/main">
              <a:ext uri="{FF2B5EF4-FFF2-40B4-BE49-F238E27FC236}">
                <a16:creationId xmlns:a16="http://schemas.microsoft.com/office/drawing/2014/main" id="{5BF8654D-BDE1-4E0E-9834-123BDC45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526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사용자</a:t>
            </a:r>
          </a:p>
        </p:txBody>
      </p:sp>
      <p:sp>
        <p:nvSpPr>
          <p:cNvPr id="10" name="text-250">
            <a:extLst xmlns:a="http://schemas.openxmlformats.org/drawingml/2006/main">
              <a:ext uri="{FF2B5EF4-FFF2-40B4-BE49-F238E27FC236}">
                <a16:creationId xmlns:a16="http://schemas.microsoft.com/office/drawing/2014/main" id="{D5B486BA-90DE-476E-AAA1-C186E1FB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05025"/>
            <a:ext cx="1704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(라우트 엔지니어)</a:t>
            </a:r>
          </a:p>
        </p:txBody>
      </p:sp>
      <p:sp>
        <p:nvSpPr>
          <p:cNvPr id="11" name="element-251">
            <a:extLst xmlns:a="http://schemas.openxmlformats.org/drawingml/2006/main">
              <a:ext uri="{FF2B5EF4-FFF2-40B4-BE49-F238E27FC236}">
                <a16:creationId xmlns:a16="http://schemas.microsoft.com/office/drawing/2014/main" id="{1E3CBA08-0362-468C-8AF3-D882D462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43025"/>
            <a:ext cx="11315700" cy="1666875"/>
          </a:xfrm>
          <a:prstGeom xmlns:a="http://schemas.openxmlformats.org/drawingml/2006/main" prst="roundRect">
            <a:avLst>
              <a:gd name="adj" fmla="val 5143"/>
            </a:avLst>
          </a:prstGeom>
          <a:gradFill xmlns:a="http://schemas.openxmlformats.org/drawingml/2006/main">
            <a:gsLst>
              <a:gs pos="0">
                <a:srgbClr val="F0F7FF"/>
              </a:gs>
              <a:gs pos="100000">
                <a:srgbClr val="EAF4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2" name="element-252">
            <a:extLst xmlns:a="http://schemas.openxmlformats.org/drawingml/2006/main">
              <a:ext uri="{FF2B5EF4-FFF2-40B4-BE49-F238E27FC236}">
                <a16:creationId xmlns:a16="http://schemas.microsoft.com/office/drawing/2014/main" id="{024FD2FC-233A-4804-80B6-0D8CCF50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14525"/>
            <a:ext cx="628650" cy="382715"/>
          </a:xfrm>
          <a:prstGeom xmlns:a="http://schemas.openxmlformats.org/drawingml/2006/main" prst="roundRect">
            <a:avLst>
              <a:gd name="adj" fmla="val 9955"/>
            </a:avLst>
          </a:prstGeom>
          <a:solidFill xmlns:a="http://schemas.openxmlformats.org/drawingml/2006/main">
            <a:srgbClr val="334252"/>
          </a:solidFill>
          <a:ln xmlns:a="http://schemas.openxmlformats.org/drawingml/2006/main" w="9525">
            <a:solidFill>
              <a:srgbClr val="182A3D"/>
            </a:solidFill>
            <a:prstDash val="solid"/>
          </a:ln>
        </p:spPr>
      </p:sp>
      <p:sp>
        <p:nvSpPr>
          <p:cNvPr id="13" name="element-253">
            <a:extLst xmlns:a="http://schemas.openxmlformats.org/drawingml/2006/main">
              <a:ext uri="{FF2B5EF4-FFF2-40B4-BE49-F238E27FC236}">
                <a16:creationId xmlns:a16="http://schemas.microsoft.com/office/drawing/2014/main" id="{24FB05B8-E802-47AA-8AE9-DCAC27B9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962150"/>
            <a:ext cx="533400" cy="2889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ector-254">
            <a:extLst xmlns:a="http://schemas.openxmlformats.org/drawingml/2006/main">
              <a:ext uri="{FF2B5EF4-FFF2-40B4-BE49-F238E27FC236}">
                <a16:creationId xmlns:a16="http://schemas.microsoft.com/office/drawing/2014/main" id="{1B077E5C-562E-4EB2-A152-49ACEF06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97240"/>
            <a:ext cx="781050" cy="62484"/>
          </a:xfrm>
          <a:custGeom xmlns:a="http://schemas.openxmlformats.org/drawingml/2006/main">
            <a:pathLst>
              <a:path w="781050" h="62484">
                <a:moveTo>
                  <a:pt x="76200" y="0"/>
                </a:moveTo>
                <a:lnTo>
                  <a:pt x="704850" y="0"/>
                </a:lnTo>
                <a:lnTo>
                  <a:pt x="781050" y="62484"/>
                </a:lnTo>
                <a:lnTo>
                  <a:pt x="0" y="62484"/>
                </a:lnTo>
                <a:close/>
              </a:path>
            </a:pathLst>
          </a:custGeom>
          <a:solidFill xmlns:a="http://schemas.openxmlformats.org/drawingml/2006/main">
            <a:srgbClr val="334252"/>
          </a:solidFill>
          <a:ln xmlns:a="http://schemas.openxmlformats.org/drawingml/2006/main" w="9525">
            <a:solidFill>
              <a:srgbClr val="263747"/>
            </a:solidFill>
            <a:prstDash val="solid"/>
          </a:ln>
        </p:spPr>
      </p:sp>
      <p:sp>
        <p:nvSpPr>
          <p:cNvPr id="15" name="element-255">
            <a:extLst xmlns:a="http://schemas.openxmlformats.org/drawingml/2006/main">
              <a:ext uri="{FF2B5EF4-FFF2-40B4-BE49-F238E27FC236}">
                <a16:creationId xmlns:a16="http://schemas.microsoft.com/office/drawing/2014/main" id="{1390B8CC-65F2-4315-B517-FE8ADA5C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802" y="2305050"/>
            <a:ext cx="109347" cy="195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56">
            <a:extLst xmlns:a="http://schemas.openxmlformats.org/drawingml/2006/main">
              <a:ext uri="{FF2B5EF4-FFF2-40B4-BE49-F238E27FC236}">
                <a16:creationId xmlns:a16="http://schemas.microsoft.com/office/drawing/2014/main" id="{D1DB300A-0C6F-407D-AEA8-FDB4F002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430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Web (React)</a:t>
            </a:r>
          </a:p>
        </p:txBody>
      </p:sp>
      <p:sp>
        <p:nvSpPr>
          <p:cNvPr id="17" name="element-257">
            <a:extLst xmlns:a="http://schemas.openxmlformats.org/drawingml/2006/main">
              <a:ext uri="{FF2B5EF4-FFF2-40B4-BE49-F238E27FC236}">
                <a16:creationId xmlns:a16="http://schemas.microsoft.com/office/drawing/2014/main" id="{220853FD-E913-4EC2-8404-52A2AFF2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368" y="204501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258">
            <a:extLst xmlns:a="http://schemas.openxmlformats.org/drawingml/2006/main">
              <a:ext uri="{FF2B5EF4-FFF2-40B4-BE49-F238E27FC236}">
                <a16:creationId xmlns:a16="http://schemas.microsoft.com/office/drawing/2014/main" id="{6D5CAE6B-F923-4E59-862F-A48C84A4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43100"/>
            <a:ext cx="3171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변경 요청 입력</a:t>
            </a:r>
          </a:p>
        </p:txBody>
      </p:sp>
      <p:sp>
        <p:nvSpPr>
          <p:cNvPr id="19" name="element-259">
            <a:extLst xmlns:a="http://schemas.openxmlformats.org/drawingml/2006/main">
              <a:ext uri="{FF2B5EF4-FFF2-40B4-BE49-F238E27FC236}">
                <a16:creationId xmlns:a16="http://schemas.microsoft.com/office/drawing/2014/main" id="{B479EF58-8544-4192-A227-1B8A388B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368" y="23212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260">
            <a:extLst xmlns:a="http://schemas.openxmlformats.org/drawingml/2006/main">
              <a:ext uri="{FF2B5EF4-FFF2-40B4-BE49-F238E27FC236}">
                <a16:creationId xmlns:a16="http://schemas.microsoft.com/office/drawing/2014/main" id="{9EFC046D-85DA-40A2-8FED-979D59AC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19325"/>
            <a:ext cx="3171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비교 결과 확인</a:t>
            </a:r>
          </a:p>
        </p:txBody>
      </p:sp>
      <p:sp>
        <p:nvSpPr>
          <p:cNvPr id="21" name="element-261">
            <a:extLst xmlns:a="http://schemas.openxmlformats.org/drawingml/2006/main">
              <a:ext uri="{FF2B5EF4-FFF2-40B4-BE49-F238E27FC236}">
                <a16:creationId xmlns:a16="http://schemas.microsoft.com/office/drawing/2014/main" id="{AC6DF6E4-BE62-48A5-9A91-DB2F75C5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368" y="259746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62">
            <a:extLst xmlns:a="http://schemas.openxmlformats.org/drawingml/2006/main">
              <a:ext uri="{FF2B5EF4-FFF2-40B4-BE49-F238E27FC236}">
                <a16:creationId xmlns:a16="http://schemas.microsoft.com/office/drawing/2014/main" id="{40866E0B-6DFA-4A12-9B69-2A12A327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95550"/>
            <a:ext cx="3171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보고서 조회</a:t>
            </a:r>
          </a:p>
        </p:txBody>
      </p:sp>
      <p:sp>
        <p:nvSpPr>
          <p:cNvPr id="23" name="text-263">
            <a:extLst xmlns:a="http://schemas.openxmlformats.org/drawingml/2006/main">
              <a:ext uri="{FF2B5EF4-FFF2-40B4-BE49-F238E27FC236}">
                <a16:creationId xmlns:a16="http://schemas.microsoft.com/office/drawing/2014/main" id="{6956F589-72E6-4B29-8B7E-58888597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438275"/>
            <a:ext cx="495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Route 검토 UI (예시)</a:t>
            </a:r>
          </a:p>
        </p:txBody>
      </p:sp>
      <p:sp>
        <p:nvSpPr>
          <p:cNvPr id="24" name="element-264">
            <a:extLst xmlns:a="http://schemas.openxmlformats.org/drawingml/2006/main">
              <a:ext uri="{FF2B5EF4-FFF2-40B4-BE49-F238E27FC236}">
                <a16:creationId xmlns:a16="http://schemas.microsoft.com/office/drawing/2014/main" id="{D5E38C7F-F5C4-4BFE-9FF7-098F864D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33550"/>
            <a:ext cx="5314950" cy="11811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E3552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lement-265">
            <a:extLst xmlns:a="http://schemas.openxmlformats.org/drawingml/2006/main">
              <a:ext uri="{FF2B5EF4-FFF2-40B4-BE49-F238E27FC236}">
                <a16:creationId xmlns:a16="http://schemas.microsoft.com/office/drawing/2014/main" id="{DC4CC9C6-2C7A-4BE9-8B07-25B16482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704975"/>
            <a:ext cx="5314950" cy="11811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4E7"/>
            </a:solidFill>
            <a:prstDash val="solid"/>
          </a:ln>
        </p:spPr>
      </p:sp>
      <p:sp>
        <p:nvSpPr>
          <p:cNvPr id="26" name="element-266">
            <a:extLst xmlns:a="http://schemas.openxmlformats.org/drawingml/2006/main">
              <a:ext uri="{FF2B5EF4-FFF2-40B4-BE49-F238E27FC236}">
                <a16:creationId xmlns:a16="http://schemas.microsoft.com/office/drawing/2014/main" id="{ADFA9D89-A0B6-47D4-A961-0F08532B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704975"/>
            <a:ext cx="531495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D2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lement-267">
            <a:extLst xmlns:a="http://schemas.openxmlformats.org/drawingml/2006/main">
              <a:ext uri="{FF2B5EF4-FFF2-40B4-BE49-F238E27FC236}">
                <a16:creationId xmlns:a16="http://schemas.microsoft.com/office/drawing/2014/main" id="{64666E1D-FC3A-47FA-9FAF-D0786A0A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1743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element-268">
            <a:extLst xmlns:a="http://schemas.openxmlformats.org/drawingml/2006/main">
              <a:ext uri="{FF2B5EF4-FFF2-40B4-BE49-F238E27FC236}">
                <a16:creationId xmlns:a16="http://schemas.microsoft.com/office/drawing/2014/main" id="{B3E899D2-44DE-46BF-BAAA-3C387F47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1743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element-269">
            <a:extLst xmlns:a="http://schemas.openxmlformats.org/drawingml/2006/main">
              <a:ext uri="{FF2B5EF4-FFF2-40B4-BE49-F238E27FC236}">
                <a16:creationId xmlns:a16="http://schemas.microsoft.com/office/drawing/2014/main" id="{968E461B-8616-4107-9043-7CD5A017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1743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element-270">
            <a:extLst xmlns:a="http://schemas.openxmlformats.org/drawingml/2006/main">
              <a:ext uri="{FF2B5EF4-FFF2-40B4-BE49-F238E27FC236}">
                <a16:creationId xmlns:a16="http://schemas.microsoft.com/office/drawing/2014/main" id="{A8640677-8AA6-4FB8-B6C7-2693E313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819275"/>
            <a:ext cx="552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271">
            <a:extLst xmlns:a="http://schemas.openxmlformats.org/drawingml/2006/main">
              <a:ext uri="{FF2B5EF4-FFF2-40B4-BE49-F238E27FC236}">
                <a16:creationId xmlns:a16="http://schemas.microsoft.com/office/drawing/2014/main" id="{8694EECF-6C05-4550-9616-C03D9398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95475"/>
            <a:ext cx="4286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8" b="1">
                <a:solidFill>
                  <a:srgbClr val="F0F6FF"/>
                </a:solidFill>
                <a:latin typeface="Noto Sans KR"/>
                <a:ea typeface="Noto Sans KR"/>
                <a:cs typeface="Noto Sans KR"/>
              </a:defRPr>
            </a:pPr>
            <a:r>
              <a:rPr sz="488" b="1">
                <a:solidFill>
                  <a:srgbClr val="F0F6FF"/>
                </a:solidFill>
                <a:latin typeface="Noto Sans KR"/>
                <a:ea typeface="Noto Sans KR"/>
                <a:cs typeface="Noto Sans KR"/>
              </a:rPr>
              <a:t>ROUTE</a:t>
            </a:r>
          </a:p>
        </p:txBody>
      </p:sp>
      <p:sp>
        <p:nvSpPr>
          <p:cNvPr id="32" name="text-272">
            <a:extLst xmlns:a="http://schemas.openxmlformats.org/drawingml/2006/main">
              <a:ext uri="{FF2B5EF4-FFF2-40B4-BE49-F238E27FC236}">
                <a16:creationId xmlns:a16="http://schemas.microsoft.com/office/drawing/2014/main" id="{703DE369-1546-43FC-A516-33A610D2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085975"/>
            <a:ext cx="4381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" b="0">
                <a:solidFill>
                  <a:srgbClr val="C0CBD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C0CBD8"/>
                </a:solidFill>
                <a:latin typeface="Noto Sans KR"/>
                <a:ea typeface="Noto Sans KR"/>
                <a:cs typeface="Noto Sans KR"/>
              </a:rPr>
              <a:t>Home</a:t>
            </a:r>
          </a:p>
        </p:txBody>
      </p:sp>
      <p:sp>
        <p:nvSpPr>
          <p:cNvPr id="33" name="text-273">
            <a:extLst xmlns:a="http://schemas.openxmlformats.org/drawingml/2006/main">
              <a:ext uri="{FF2B5EF4-FFF2-40B4-BE49-F238E27FC236}">
                <a16:creationId xmlns:a16="http://schemas.microsoft.com/office/drawing/2014/main" id="{FDD6909C-8FDB-4CB8-8B4C-8BA0D159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47900"/>
            <a:ext cx="4381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" b="0">
                <a:solidFill>
                  <a:srgbClr val="9FC4FF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9FC4FF"/>
                </a:solidFill>
                <a:latin typeface="Noto Sans KR"/>
                <a:ea typeface="Noto Sans KR"/>
                <a:cs typeface="Noto Sans KR"/>
              </a:rPr>
              <a:t>Route Review</a:t>
            </a:r>
          </a:p>
        </p:txBody>
      </p:sp>
      <p:sp>
        <p:nvSpPr>
          <p:cNvPr id="34" name="text-274">
            <a:extLst xmlns:a="http://schemas.openxmlformats.org/drawingml/2006/main">
              <a:ext uri="{FF2B5EF4-FFF2-40B4-BE49-F238E27FC236}">
                <a16:creationId xmlns:a16="http://schemas.microsoft.com/office/drawing/2014/main" id="{FE6F3D11-A47E-4DD9-8D85-E8780401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409825"/>
            <a:ext cx="4381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" b="0">
                <a:solidFill>
                  <a:srgbClr val="C0CBD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C0CBD8"/>
                </a:solidFill>
                <a:latin typeface="Noto Sans KR"/>
                <a:ea typeface="Noto Sans KR"/>
                <a:cs typeface="Noto Sans KR"/>
              </a:rPr>
              <a:t>History</a:t>
            </a:r>
          </a:p>
        </p:txBody>
      </p:sp>
      <p:sp>
        <p:nvSpPr>
          <p:cNvPr id="35" name="text-275">
            <a:extLst xmlns:a="http://schemas.openxmlformats.org/drawingml/2006/main">
              <a:ext uri="{FF2B5EF4-FFF2-40B4-BE49-F238E27FC236}">
                <a16:creationId xmlns:a16="http://schemas.microsoft.com/office/drawing/2014/main" id="{16CA53CE-83C3-42E1-9073-97820BA7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571750"/>
            <a:ext cx="4381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" b="0">
                <a:solidFill>
                  <a:srgbClr val="C0CBD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C0CBD8"/>
                </a:solidFill>
                <a:latin typeface="Noto Sans KR"/>
                <a:ea typeface="Noto Sans KR"/>
                <a:cs typeface="Noto Sans KR"/>
              </a:rPr>
              <a:t>Reports</a:t>
            </a:r>
          </a:p>
        </p:txBody>
      </p:sp>
      <p:sp>
        <p:nvSpPr>
          <p:cNvPr id="36" name="text-276">
            <a:extLst xmlns:a="http://schemas.openxmlformats.org/drawingml/2006/main">
              <a:ext uri="{FF2B5EF4-FFF2-40B4-BE49-F238E27FC236}">
                <a16:creationId xmlns:a16="http://schemas.microsoft.com/office/drawing/2014/main" id="{538AA39F-5C07-4119-B897-F0726087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866900"/>
            <a:ext cx="4572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Route 검토</a:t>
            </a:r>
          </a:p>
        </p:txBody>
      </p:sp>
      <p:sp>
        <p:nvSpPr>
          <p:cNvPr id="37" name="element-277">
            <a:extLst xmlns:a="http://schemas.openxmlformats.org/drawingml/2006/main">
              <a:ext uri="{FF2B5EF4-FFF2-40B4-BE49-F238E27FC236}">
                <a16:creationId xmlns:a16="http://schemas.microsoft.com/office/drawing/2014/main" id="{D874FB01-22FB-4352-866C-28272432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019300"/>
            <a:ext cx="14478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4763">
            <a:solidFill>
              <a:srgbClr val="DCE4EF"/>
            </a:solidFill>
            <a:prstDash val="solid"/>
          </a:ln>
        </p:spPr>
      </p:sp>
      <p:sp>
        <p:nvSpPr>
          <p:cNvPr id="38" name="text-278">
            <a:extLst xmlns:a="http://schemas.openxmlformats.org/drawingml/2006/main">
              <a:ext uri="{FF2B5EF4-FFF2-40B4-BE49-F238E27FC236}">
                <a16:creationId xmlns:a16="http://schemas.microsoft.com/office/drawing/2014/main" id="{CD2F54AE-E3A6-4C94-AEE4-39551CD4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28825"/>
            <a:ext cx="13906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3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13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Reference Route</a:t>
            </a:r>
          </a:p>
        </p:txBody>
      </p:sp>
      <p:sp>
        <p:nvSpPr>
          <p:cNvPr id="39" name="element-279">
            <a:extLst xmlns:a="http://schemas.openxmlformats.org/drawingml/2006/main">
              <a:ext uri="{FF2B5EF4-FFF2-40B4-BE49-F238E27FC236}">
                <a16:creationId xmlns:a16="http://schemas.microsoft.com/office/drawing/2014/main" id="{274B5F81-A8DB-4F1B-B4CB-7CCBE1FB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2019300"/>
            <a:ext cx="14478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4763">
            <a:solidFill>
              <a:srgbClr val="DCE4EF"/>
            </a:solidFill>
            <a:prstDash val="solid"/>
          </a:ln>
        </p:spPr>
      </p:sp>
      <p:sp>
        <p:nvSpPr>
          <p:cNvPr id="40" name="text-280">
            <a:extLst xmlns:a="http://schemas.openxmlformats.org/drawingml/2006/main">
              <a:ext uri="{FF2B5EF4-FFF2-40B4-BE49-F238E27FC236}">
                <a16:creationId xmlns:a16="http://schemas.microsoft.com/office/drawing/2014/main" id="{B30DF82C-B22A-4DA0-8EB9-24595454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028825"/>
            <a:ext cx="13906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3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13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New Route</a:t>
            </a:r>
          </a:p>
        </p:txBody>
      </p:sp>
      <p:sp>
        <p:nvSpPr>
          <p:cNvPr id="41" name="element-281">
            <a:extLst xmlns:a="http://schemas.openxmlformats.org/drawingml/2006/main">
              <a:ext uri="{FF2B5EF4-FFF2-40B4-BE49-F238E27FC236}">
                <a16:creationId xmlns:a16="http://schemas.microsoft.com/office/drawing/2014/main" id="{23803A7E-ADA4-4935-B604-7E16A636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3525" y="2019300"/>
            <a:ext cx="14478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4763">
            <a:solidFill>
              <a:srgbClr val="DCE4EF"/>
            </a:solidFill>
            <a:prstDash val="solid"/>
          </a:ln>
        </p:spPr>
      </p:sp>
      <p:sp>
        <p:nvSpPr>
          <p:cNvPr id="42" name="text-282">
            <a:extLst xmlns:a="http://schemas.openxmlformats.org/drawingml/2006/main">
              <a:ext uri="{FF2B5EF4-FFF2-40B4-BE49-F238E27FC236}">
                <a16:creationId xmlns:a16="http://schemas.microsoft.com/office/drawing/2014/main" id="{92AF345E-75B3-43CF-ACB3-9A4CC795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2028825"/>
            <a:ext cx="13906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3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13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Oper</a:t>
            </a:r>
          </a:p>
        </p:txBody>
      </p:sp>
      <p:sp>
        <p:nvSpPr>
          <p:cNvPr id="43" name="element-283">
            <a:extLst xmlns:a="http://schemas.openxmlformats.org/drawingml/2006/main">
              <a:ext uri="{FF2B5EF4-FFF2-40B4-BE49-F238E27FC236}">
                <a16:creationId xmlns:a16="http://schemas.microsoft.com/office/drawing/2014/main" id="{F233FDEB-9D7E-40F5-8B0E-ECCD9F32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181225"/>
            <a:ext cx="457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-284">
            <a:extLst xmlns:a="http://schemas.openxmlformats.org/drawingml/2006/main">
              <a:ext uri="{FF2B5EF4-FFF2-40B4-BE49-F238E27FC236}">
                <a16:creationId xmlns:a16="http://schemas.microsoft.com/office/drawing/2014/main" id="{6120C8C1-790F-43F4-ADD9-CE1F60F7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181225"/>
            <a:ext cx="857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Oper</a:t>
            </a:r>
          </a:p>
        </p:txBody>
      </p:sp>
      <p:sp>
        <p:nvSpPr>
          <p:cNvPr id="45" name="text-285">
            <a:extLst xmlns:a="http://schemas.openxmlformats.org/drawingml/2006/main">
              <a:ext uri="{FF2B5EF4-FFF2-40B4-BE49-F238E27FC236}">
                <a16:creationId xmlns:a16="http://schemas.microsoft.com/office/drawing/2014/main" id="{CD23001A-9CAF-4A8F-ACB2-C597D886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181225"/>
            <a:ext cx="857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카테고리</a:t>
            </a:r>
          </a:p>
        </p:txBody>
      </p:sp>
      <p:sp>
        <p:nvSpPr>
          <p:cNvPr id="46" name="text-286">
            <a:extLst xmlns:a="http://schemas.openxmlformats.org/drawingml/2006/main">
              <a:ext uri="{FF2B5EF4-FFF2-40B4-BE49-F238E27FC236}">
                <a16:creationId xmlns:a16="http://schemas.microsoft.com/office/drawing/2014/main" id="{721B114C-8722-4A19-A440-180D025D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2181225"/>
            <a:ext cx="857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Ref</a:t>
            </a:r>
          </a:p>
        </p:txBody>
      </p:sp>
      <p:sp>
        <p:nvSpPr>
          <p:cNvPr id="47" name="text-287">
            <a:extLst xmlns:a="http://schemas.openxmlformats.org/drawingml/2006/main">
              <a:ext uri="{FF2B5EF4-FFF2-40B4-BE49-F238E27FC236}">
                <a16:creationId xmlns:a16="http://schemas.microsoft.com/office/drawing/2014/main" id="{ECED3F57-FC52-4391-BF18-E5F069EF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2181225"/>
            <a:ext cx="857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New</a:t>
            </a:r>
          </a:p>
        </p:txBody>
      </p:sp>
      <p:sp>
        <p:nvSpPr>
          <p:cNvPr id="48" name="text-288">
            <a:extLst xmlns:a="http://schemas.openxmlformats.org/drawingml/2006/main">
              <a:ext uri="{FF2B5EF4-FFF2-40B4-BE49-F238E27FC236}">
                <a16:creationId xmlns:a16="http://schemas.microsoft.com/office/drawing/2014/main" id="{A366DB31-3D82-49EA-A096-86B96273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1225" y="2181225"/>
            <a:ext cx="857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35" b="1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판정</a:t>
            </a:r>
          </a:p>
        </p:txBody>
      </p:sp>
      <p:sp>
        <p:nvSpPr>
          <p:cNvPr id="49" name="vector-289">
            <a:extLst xmlns:a="http://schemas.openxmlformats.org/drawingml/2006/main">
              <a:ext uri="{FF2B5EF4-FFF2-40B4-BE49-F238E27FC236}">
                <a16:creationId xmlns:a16="http://schemas.microsoft.com/office/drawing/2014/main" id="{C6D78E25-6E2C-4AD1-830E-EF47419F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314575"/>
            <a:ext cx="4572000" cy="476"/>
          </a:xfrm>
          <a:custGeom xmlns:a="http://schemas.openxmlformats.org/drawingml/2006/main">
            <a:pathLst>
              <a:path w="4572000" h="476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E5EAF1"/>
            </a:solidFill>
            <a:prstDash val="solid"/>
          </a:ln>
        </p:spPr>
      </p:sp>
      <p:sp>
        <p:nvSpPr>
          <p:cNvPr id="50" name="text-290">
            <a:extLst xmlns:a="http://schemas.openxmlformats.org/drawingml/2006/main">
              <a:ext uri="{FF2B5EF4-FFF2-40B4-BE49-F238E27FC236}">
                <a16:creationId xmlns:a16="http://schemas.microsoft.com/office/drawing/2014/main" id="{B06145B6-2435-4200-BD7B-CB05C79F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24100"/>
            <a:ext cx="8667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51" name="text-291">
            <a:extLst xmlns:a="http://schemas.openxmlformats.org/drawingml/2006/main">
              <a:ext uri="{FF2B5EF4-FFF2-40B4-BE49-F238E27FC236}">
                <a16:creationId xmlns:a16="http://schemas.microsoft.com/office/drawing/2014/main" id="{50F9218A-9EC5-4BD8-B645-F869F248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324100"/>
            <a:ext cx="8667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Recipe</a:t>
            </a:r>
          </a:p>
        </p:txBody>
      </p:sp>
      <p:sp>
        <p:nvSpPr>
          <p:cNvPr id="52" name="text-292">
            <a:extLst xmlns:a="http://schemas.openxmlformats.org/drawingml/2006/main">
              <a:ext uri="{FF2B5EF4-FFF2-40B4-BE49-F238E27FC236}">
                <a16:creationId xmlns:a16="http://schemas.microsoft.com/office/drawing/2014/main" id="{AE6D6B61-8C38-4859-A6E0-D0ED655B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2324100"/>
            <a:ext cx="8667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53" name="text-293">
            <a:extLst xmlns:a="http://schemas.openxmlformats.org/drawingml/2006/main">
              <a:ext uri="{FF2B5EF4-FFF2-40B4-BE49-F238E27FC236}">
                <a16:creationId xmlns:a16="http://schemas.microsoft.com/office/drawing/2014/main" id="{C2D4EC31-8683-44CC-B975-2FE596BA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2324100"/>
            <a:ext cx="8667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54" name="element-294">
            <a:extLst xmlns:a="http://schemas.openxmlformats.org/drawingml/2006/main">
              <a:ext uri="{FF2B5EF4-FFF2-40B4-BE49-F238E27FC236}">
                <a16:creationId xmlns:a16="http://schemas.microsoft.com/office/drawing/2014/main" id="{A018057E-F69C-4C7B-97A7-5ED4FC05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2343150"/>
            <a:ext cx="777240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EE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ext-295">
            <a:extLst xmlns:a="http://schemas.openxmlformats.org/drawingml/2006/main">
              <a:ext uri="{FF2B5EF4-FFF2-40B4-BE49-F238E27FC236}">
                <a16:creationId xmlns:a16="http://schemas.microsoft.com/office/drawing/2014/main" id="{05A7922C-A347-48D6-9929-CDB49AB8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2343150"/>
            <a:ext cx="77724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7" b="0">
                <a:solidFill>
                  <a:srgbClr val="4778BA"/>
                </a:solidFill>
                <a:latin typeface="Noto Sans KR"/>
                <a:ea typeface="Noto Sans KR"/>
                <a:cs typeface="Noto Sans KR"/>
              </a:defRPr>
            </a:pPr>
            <a:r>
              <a:rPr sz="397" b="0">
                <a:solidFill>
                  <a:srgbClr val="4778BA"/>
                </a:solidFill>
                <a:latin typeface="Noto Sans KR"/>
                <a:ea typeface="Noto Sans KR"/>
                <a:cs typeface="Noto Sans KR"/>
              </a:rPr>
              <a:t>검토</a:t>
            </a:r>
          </a:p>
        </p:txBody>
      </p:sp>
      <p:sp>
        <p:nvSpPr>
          <p:cNvPr id="56" name="vector-296">
            <a:extLst xmlns:a="http://schemas.openxmlformats.org/drawingml/2006/main">
              <a:ext uri="{FF2B5EF4-FFF2-40B4-BE49-F238E27FC236}">
                <a16:creationId xmlns:a16="http://schemas.microsoft.com/office/drawing/2014/main" id="{141656D2-D078-41BB-A484-CB208D74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57450"/>
            <a:ext cx="4572000" cy="476"/>
          </a:xfrm>
          <a:custGeom xmlns:a="http://schemas.openxmlformats.org/drawingml/2006/main">
            <a:pathLst>
              <a:path w="4572000" h="476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E5EAF1"/>
            </a:solidFill>
            <a:prstDash val="solid"/>
          </a:ln>
        </p:spPr>
      </p:sp>
      <p:sp>
        <p:nvSpPr>
          <p:cNvPr id="57" name="text-297">
            <a:extLst xmlns:a="http://schemas.openxmlformats.org/drawingml/2006/main">
              <a:ext uri="{FF2B5EF4-FFF2-40B4-BE49-F238E27FC236}">
                <a16:creationId xmlns:a16="http://schemas.microsoft.com/office/drawing/2014/main" id="{3F8F6436-CDFF-474D-8496-2C3D62BF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66975"/>
            <a:ext cx="8667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58" name="text-298">
            <a:extLst xmlns:a="http://schemas.openxmlformats.org/drawingml/2006/main">
              <a:ext uri="{FF2B5EF4-FFF2-40B4-BE49-F238E27FC236}">
                <a16:creationId xmlns:a16="http://schemas.microsoft.com/office/drawing/2014/main" id="{9E1D9D19-54E9-4244-92C7-4023836D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466975"/>
            <a:ext cx="8667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Qtime</a:t>
            </a:r>
          </a:p>
        </p:txBody>
      </p:sp>
      <p:sp>
        <p:nvSpPr>
          <p:cNvPr id="59" name="text-299">
            <a:extLst xmlns:a="http://schemas.openxmlformats.org/drawingml/2006/main">
              <a:ext uri="{FF2B5EF4-FFF2-40B4-BE49-F238E27FC236}">
                <a16:creationId xmlns:a16="http://schemas.microsoft.com/office/drawing/2014/main" id="{4BEBDEF8-369C-44F8-85D6-D374C839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2466975"/>
            <a:ext cx="8667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60" name="text-300">
            <a:extLst xmlns:a="http://schemas.openxmlformats.org/drawingml/2006/main">
              <a:ext uri="{FF2B5EF4-FFF2-40B4-BE49-F238E27FC236}">
                <a16:creationId xmlns:a16="http://schemas.microsoft.com/office/drawing/2014/main" id="{B1951780-DEB1-446C-9648-0D9247BB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2466975"/>
            <a:ext cx="8667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61" name="element-301">
            <a:extLst xmlns:a="http://schemas.openxmlformats.org/drawingml/2006/main">
              <a:ext uri="{FF2B5EF4-FFF2-40B4-BE49-F238E27FC236}">
                <a16:creationId xmlns:a16="http://schemas.microsoft.com/office/drawing/2014/main" id="{CBE37917-D38B-482C-BE96-0DCD8065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2486025"/>
            <a:ext cx="777240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text-302">
            <a:extLst xmlns:a="http://schemas.openxmlformats.org/drawingml/2006/main">
              <a:ext uri="{FF2B5EF4-FFF2-40B4-BE49-F238E27FC236}">
                <a16:creationId xmlns:a16="http://schemas.microsoft.com/office/drawing/2014/main" id="{8D43EDFC-ADD8-4BE7-A431-F14B57B1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2486025"/>
            <a:ext cx="77724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7" b="0">
                <a:solidFill>
                  <a:srgbClr val="4778BA"/>
                </a:solidFill>
                <a:latin typeface="Noto Sans KR"/>
                <a:ea typeface="Noto Sans KR"/>
                <a:cs typeface="Noto Sans KR"/>
              </a:defRPr>
            </a:pPr>
            <a:r>
              <a:rPr sz="397" b="0">
                <a:solidFill>
                  <a:srgbClr val="4778BA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63" name="vector-303">
            <a:extLst xmlns:a="http://schemas.openxmlformats.org/drawingml/2006/main">
              <a:ext uri="{FF2B5EF4-FFF2-40B4-BE49-F238E27FC236}">
                <a16:creationId xmlns:a16="http://schemas.microsoft.com/office/drawing/2014/main" id="{34383170-69E8-4BC6-812B-89104A19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600325"/>
            <a:ext cx="4572000" cy="476"/>
          </a:xfrm>
          <a:custGeom xmlns:a="http://schemas.openxmlformats.org/drawingml/2006/main">
            <a:pathLst>
              <a:path w="4572000" h="476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E5EAF1"/>
            </a:solidFill>
            <a:prstDash val="solid"/>
          </a:ln>
        </p:spPr>
      </p:sp>
      <p:sp>
        <p:nvSpPr>
          <p:cNvPr id="64" name="text-304">
            <a:extLst xmlns:a="http://schemas.openxmlformats.org/drawingml/2006/main">
              <a:ext uri="{FF2B5EF4-FFF2-40B4-BE49-F238E27FC236}">
                <a16:creationId xmlns:a16="http://schemas.microsoft.com/office/drawing/2014/main" id="{755414C5-36A4-4E90-8970-71E9EDEE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09850"/>
            <a:ext cx="8667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65" name="text-305">
            <a:extLst xmlns:a="http://schemas.openxmlformats.org/drawingml/2006/main">
              <a:ext uri="{FF2B5EF4-FFF2-40B4-BE49-F238E27FC236}">
                <a16:creationId xmlns:a16="http://schemas.microsoft.com/office/drawing/2014/main" id="{E7BA1C16-3E85-4451-9830-0C733EC2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609850"/>
            <a:ext cx="8667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Reticle</a:t>
            </a:r>
          </a:p>
        </p:txBody>
      </p:sp>
      <p:sp>
        <p:nvSpPr>
          <p:cNvPr id="66" name="text-306">
            <a:extLst xmlns:a="http://schemas.openxmlformats.org/drawingml/2006/main">
              <a:ext uri="{FF2B5EF4-FFF2-40B4-BE49-F238E27FC236}">
                <a16:creationId xmlns:a16="http://schemas.microsoft.com/office/drawing/2014/main" id="{74711383-68AD-4AA7-A47E-70BEEEB9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2609850"/>
            <a:ext cx="8667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67" name="text-307">
            <a:extLst xmlns:a="http://schemas.openxmlformats.org/drawingml/2006/main">
              <a:ext uri="{FF2B5EF4-FFF2-40B4-BE49-F238E27FC236}">
                <a16:creationId xmlns:a16="http://schemas.microsoft.com/office/drawing/2014/main" id="{8BCB9DA4-B141-4851-9CC8-A78B38FE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2609850"/>
            <a:ext cx="8667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42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68" name="element-308">
            <a:extLst xmlns:a="http://schemas.openxmlformats.org/drawingml/2006/main">
              <a:ext uri="{FF2B5EF4-FFF2-40B4-BE49-F238E27FC236}">
                <a16:creationId xmlns:a16="http://schemas.microsoft.com/office/drawing/2014/main" id="{14E09E9F-13B1-4B7A-AB75-1BAEBC2A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2628900"/>
            <a:ext cx="777240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text-309">
            <a:extLst xmlns:a="http://schemas.openxmlformats.org/drawingml/2006/main">
              <a:ext uri="{FF2B5EF4-FFF2-40B4-BE49-F238E27FC236}">
                <a16:creationId xmlns:a16="http://schemas.microsoft.com/office/drawing/2014/main" id="{C681B084-AFB3-44B1-9913-EF406005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2628900"/>
            <a:ext cx="77724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7" b="0">
                <a:solidFill>
                  <a:srgbClr val="4778BA"/>
                </a:solidFill>
                <a:latin typeface="Noto Sans KR"/>
                <a:ea typeface="Noto Sans KR"/>
                <a:cs typeface="Noto Sans KR"/>
              </a:defRPr>
            </a:pPr>
            <a:r>
              <a:rPr sz="397" b="0">
                <a:solidFill>
                  <a:srgbClr val="4778BA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70" name="vector-310">
            <a:extLst xmlns:a="http://schemas.openxmlformats.org/drawingml/2006/main">
              <a:ext uri="{FF2B5EF4-FFF2-40B4-BE49-F238E27FC236}">
                <a16:creationId xmlns:a16="http://schemas.microsoft.com/office/drawing/2014/main" id="{D642E3B3-5B9C-462C-B4E3-BFDFC7D7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90750"/>
            <a:ext cx="238125" cy="476"/>
          </a:xfrm>
          <a:custGeom xmlns:a="http://schemas.openxmlformats.org/drawingml/2006/main">
            <a:pathLst>
              <a:path w="238125" h="476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71" name="vector-311">
            <a:extLst xmlns:a="http://schemas.openxmlformats.org/drawingml/2006/main">
              <a:ext uri="{FF2B5EF4-FFF2-40B4-BE49-F238E27FC236}">
                <a16:creationId xmlns:a16="http://schemas.microsoft.com/office/drawing/2014/main" id="{CB5EF08E-4381-4E56-A0D8-6A0D9C14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373" y="2133106"/>
            <a:ext cx="75827" cy="115288"/>
          </a:xfrm>
          <a:custGeom xmlns:a="http://schemas.openxmlformats.org/drawingml/2006/main">
            <a:pathLst>
              <a:path w="75827" h="115288">
                <a:moveTo>
                  <a:pt x="0" y="115288"/>
                </a:moveTo>
                <a:lnTo>
                  <a:pt x="75827" y="5764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72" name="vector-312">
            <a:extLst xmlns:a="http://schemas.openxmlformats.org/drawingml/2006/main">
              <a:ext uri="{FF2B5EF4-FFF2-40B4-BE49-F238E27FC236}">
                <a16:creationId xmlns:a16="http://schemas.microsoft.com/office/drawing/2014/main" id="{4EFC3D36-2642-44C9-B23D-EE93677E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57525"/>
            <a:ext cx="476" cy="514350"/>
          </a:xfrm>
          <a:custGeom xmlns:a="http://schemas.openxmlformats.org/drawingml/2006/main">
            <a:pathLst>
              <a:path w="476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73" name="vector-313">
            <a:extLst xmlns:a="http://schemas.openxmlformats.org/drawingml/2006/main">
              <a:ext uri="{FF2B5EF4-FFF2-40B4-BE49-F238E27FC236}">
                <a16:creationId xmlns:a16="http://schemas.microsoft.com/office/drawing/2014/main" id="{6012D688-CBED-4BD0-ADF3-C9D8B21D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481" y="3496048"/>
            <a:ext cx="115288" cy="75827"/>
          </a:xfrm>
          <a:custGeom xmlns:a="http://schemas.openxmlformats.org/drawingml/2006/main">
            <a:pathLst>
              <a:path w="115288" h="75827">
                <a:moveTo>
                  <a:pt x="0" y="0"/>
                </a:moveTo>
                <a:lnTo>
                  <a:pt x="57644" y="75827"/>
                </a:lnTo>
                <a:lnTo>
                  <a:pt x="115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74" name="element-314">
            <a:extLst xmlns:a="http://schemas.openxmlformats.org/drawingml/2006/main">
              <a:ext uri="{FF2B5EF4-FFF2-40B4-BE49-F238E27FC236}">
                <a16:creationId xmlns:a16="http://schemas.microsoft.com/office/drawing/2014/main" id="{A1BC6466-005A-4302-852B-50812A67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393" y="311181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text-315">
            <a:extLst xmlns:a="http://schemas.openxmlformats.org/drawingml/2006/main">
              <a:ext uri="{FF2B5EF4-FFF2-40B4-BE49-F238E27FC236}">
                <a16:creationId xmlns:a16="http://schemas.microsoft.com/office/drawing/2014/main" id="{A5B80B41-DC1F-49C7-AC30-E914FB94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09900"/>
            <a:ext cx="506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변경 요청 정보</a:t>
            </a:r>
          </a:p>
        </p:txBody>
      </p:sp>
      <p:sp>
        <p:nvSpPr>
          <p:cNvPr id="76" name="element-316">
            <a:extLst xmlns:a="http://schemas.openxmlformats.org/drawingml/2006/main">
              <a:ext uri="{FF2B5EF4-FFF2-40B4-BE49-F238E27FC236}">
                <a16:creationId xmlns:a16="http://schemas.microsoft.com/office/drawing/2014/main" id="{BE618729-A5D1-44CF-BAC8-68834909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393" y="333089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text-317">
            <a:extLst xmlns:a="http://schemas.openxmlformats.org/drawingml/2006/main">
              <a:ext uri="{FF2B5EF4-FFF2-40B4-BE49-F238E27FC236}">
                <a16:creationId xmlns:a16="http://schemas.microsoft.com/office/drawing/2014/main" id="{41EA0301-FA89-4E56-9FEC-2CDE2BEC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28975"/>
            <a:ext cx="506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탭별 비교 데이터</a:t>
            </a:r>
          </a:p>
        </p:txBody>
      </p:sp>
      <p:sp>
        <p:nvSpPr>
          <p:cNvPr id="78" name="text-318">
            <a:extLst xmlns:a="http://schemas.openxmlformats.org/drawingml/2006/main">
              <a:ext uri="{FF2B5EF4-FFF2-40B4-BE49-F238E27FC236}">
                <a16:creationId xmlns:a16="http://schemas.microsoft.com/office/drawing/2014/main" id="{D0735973-2B57-4046-BE54-A867DAD2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38525"/>
            <a:ext cx="455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(Requested / Tab Evidence)</a:t>
            </a:r>
          </a:p>
        </p:txBody>
      </p:sp>
      <p:sp>
        <p:nvSpPr>
          <p:cNvPr id="79" name="vector-319">
            <a:extLst xmlns:a="http://schemas.openxmlformats.org/drawingml/2006/main">
              <a:ext uri="{FF2B5EF4-FFF2-40B4-BE49-F238E27FC236}">
                <a16:creationId xmlns:a16="http://schemas.microsoft.com/office/drawing/2014/main" id="{DF903E84-1DD5-4172-985E-A8C05847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3057525"/>
            <a:ext cx="476" cy="514350"/>
          </a:xfrm>
          <a:custGeom xmlns:a="http://schemas.openxmlformats.org/drawingml/2006/main">
            <a:pathLst>
              <a:path w="476" h="514350">
                <a:moveTo>
                  <a:pt x="0" y="514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80" name="vector-320">
            <a:extLst xmlns:a="http://schemas.openxmlformats.org/drawingml/2006/main">
              <a:ext uri="{FF2B5EF4-FFF2-40B4-BE49-F238E27FC236}">
                <a16:creationId xmlns:a16="http://schemas.microsoft.com/office/drawing/2014/main" id="{E3B08DD6-397D-43D2-9D09-1CEE29A8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0531" y="3057525"/>
            <a:ext cx="115288" cy="75827"/>
          </a:xfrm>
          <a:custGeom xmlns:a="http://schemas.openxmlformats.org/drawingml/2006/main">
            <a:pathLst>
              <a:path w="115288" h="75827">
                <a:moveTo>
                  <a:pt x="115288" y="75827"/>
                </a:moveTo>
                <a:lnTo>
                  <a:pt x="57644" y="0"/>
                </a:lnTo>
                <a:lnTo>
                  <a:pt x="0" y="75827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81" name="text-321">
            <a:extLst xmlns:a="http://schemas.openxmlformats.org/drawingml/2006/main">
              <a:ext uri="{FF2B5EF4-FFF2-40B4-BE49-F238E27FC236}">
                <a16:creationId xmlns:a16="http://schemas.microsoft.com/office/drawing/2014/main" id="{1194CA59-4FF0-4F05-9282-19A6C4D8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07657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분석 결과</a:t>
            </a:r>
          </a:p>
        </p:txBody>
      </p:sp>
      <p:sp>
        <p:nvSpPr>
          <p:cNvPr id="82" name="text-322">
            <a:extLst xmlns:a="http://schemas.openxmlformats.org/drawingml/2006/main">
              <a:ext uri="{FF2B5EF4-FFF2-40B4-BE49-F238E27FC236}">
                <a16:creationId xmlns:a16="http://schemas.microsoft.com/office/drawing/2014/main" id="{23A290C6-9FC9-46F6-9E15-877E59EA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343275"/>
            <a:ext cx="2333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(판정 + 보고서)</a:t>
            </a:r>
          </a:p>
        </p:txBody>
      </p:sp>
      <p:sp>
        <p:nvSpPr>
          <p:cNvPr id="83" name="element-323">
            <a:extLst xmlns:a="http://schemas.openxmlformats.org/drawingml/2006/main">
              <a:ext uri="{FF2B5EF4-FFF2-40B4-BE49-F238E27FC236}">
                <a16:creationId xmlns:a16="http://schemas.microsoft.com/office/drawing/2014/main" id="{F952CDA3-6F46-4124-9961-00C4A498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4439900" cy="1838325"/>
          </a:xfrm>
          <a:prstGeom xmlns:a="http://schemas.openxmlformats.org/drawingml/2006/main" prst="roundRect">
            <a:avLst>
              <a:gd name="adj" fmla="val 5181"/>
            </a:avLst>
          </a:prstGeom>
          <a:gradFill xmlns:a="http://schemas.openxmlformats.org/drawingml/2006/main">
            <a:gsLst>
              <a:gs pos="0">
                <a:srgbClr val="E2EFFD"/>
              </a:gs>
              <a:gs pos="100000">
                <a:srgbClr val="F1F7FF"/>
              </a:gs>
            </a:gsLst>
            <a:lin ang="5400000"/>
          </a:gradFill>
          <a:ln xmlns:a="http://schemas.openxmlformats.org/drawingml/2006/main" w="9525">
            <a:solidFill>
              <a:srgbClr val="C4DBF2"/>
            </a:solidFill>
            <a:prstDash val="solid"/>
          </a:ln>
        </p:spPr>
      </p:sp>
      <p:sp>
        <p:nvSpPr>
          <p:cNvPr id="84" name="element-324">
            <a:extLst xmlns:a="http://schemas.openxmlformats.org/drawingml/2006/main">
              <a:ext uri="{FF2B5EF4-FFF2-40B4-BE49-F238E27FC236}">
                <a16:creationId xmlns:a16="http://schemas.microsoft.com/office/drawing/2014/main" id="{2A43C808-D118-4524-BE16-82E1E01C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361950" cy="952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55669"/>
              </a:gs>
              <a:gs pos="100000">
                <a:srgbClr val="233747"/>
              </a:gs>
            </a:gsLst>
            <a:lin ang="5400000"/>
          </a:gradFill>
          <a:ln xmlns:a="http://schemas.openxmlformats.org/drawingml/2006/main" w="5715">
            <a:solidFill>
              <a:srgbClr val="223446"/>
            </a:solidFill>
            <a:prstDash val="solid"/>
          </a:ln>
        </p:spPr>
      </p:sp>
      <p:sp>
        <p:nvSpPr>
          <p:cNvPr id="85" name="element-325">
            <a:extLst xmlns:a="http://schemas.openxmlformats.org/drawingml/2006/main">
              <a:ext uri="{FF2B5EF4-FFF2-40B4-BE49-F238E27FC236}">
                <a16:creationId xmlns:a16="http://schemas.microsoft.com/office/drawing/2014/main" id="{99576987-9F39-4742-8B18-8038A45D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element-326">
            <a:extLst xmlns:a="http://schemas.openxmlformats.org/drawingml/2006/main">
              <a:ext uri="{FF2B5EF4-FFF2-40B4-BE49-F238E27FC236}">
                <a16:creationId xmlns:a16="http://schemas.microsoft.com/office/drawing/2014/main" id="{7A95CCD6-0E31-4F1B-A636-E09D1FC1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361950" cy="952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55669"/>
              </a:gs>
              <a:gs pos="100000">
                <a:srgbClr val="233747"/>
              </a:gs>
            </a:gsLst>
            <a:lin ang="5400000"/>
          </a:gradFill>
          <a:ln xmlns:a="http://schemas.openxmlformats.org/drawingml/2006/main" w="5715">
            <a:solidFill>
              <a:srgbClr val="223446"/>
            </a:solidFill>
            <a:prstDash val="solid"/>
          </a:ln>
        </p:spPr>
      </p:sp>
      <p:sp>
        <p:nvSpPr>
          <p:cNvPr id="87" name="element-327">
            <a:extLst xmlns:a="http://schemas.openxmlformats.org/drawingml/2006/main">
              <a:ext uri="{FF2B5EF4-FFF2-40B4-BE49-F238E27FC236}">
                <a16:creationId xmlns:a16="http://schemas.microsoft.com/office/drawing/2014/main" id="{74ADAE03-B8A6-4421-A2B3-B2A589AE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element-328">
            <a:extLst xmlns:a="http://schemas.openxmlformats.org/drawingml/2006/main">
              <a:ext uri="{FF2B5EF4-FFF2-40B4-BE49-F238E27FC236}">
                <a16:creationId xmlns:a16="http://schemas.microsoft.com/office/drawing/2014/main" id="{F546A132-236D-4B0D-B638-6420B152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361950" cy="952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55669"/>
              </a:gs>
              <a:gs pos="100000">
                <a:srgbClr val="233747"/>
              </a:gs>
            </a:gsLst>
            <a:lin ang="5400000"/>
          </a:gradFill>
          <a:ln xmlns:a="http://schemas.openxmlformats.org/drawingml/2006/main" w="5715">
            <a:solidFill>
              <a:srgbClr val="223446"/>
            </a:solidFill>
            <a:prstDash val="solid"/>
          </a:ln>
        </p:spPr>
      </p:sp>
      <p:sp>
        <p:nvSpPr>
          <p:cNvPr id="89" name="element-329">
            <a:extLst xmlns:a="http://schemas.openxmlformats.org/drawingml/2006/main">
              <a:ext uri="{FF2B5EF4-FFF2-40B4-BE49-F238E27FC236}">
                <a16:creationId xmlns:a16="http://schemas.microsoft.com/office/drawing/2014/main" id="{BC4ADABB-002A-4D65-AB7A-BF4574B9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text-330">
            <a:extLst xmlns:a="http://schemas.openxmlformats.org/drawingml/2006/main">
              <a:ext uri="{FF2B5EF4-FFF2-40B4-BE49-F238E27FC236}">
                <a16:creationId xmlns:a16="http://schemas.microsoft.com/office/drawing/2014/main" id="{E4497309-6832-4C39-AE4A-B43A462A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Backend (Python)</a:t>
            </a:r>
          </a:p>
        </p:txBody>
      </p:sp>
      <p:sp>
        <p:nvSpPr>
          <p:cNvPr id="91" name="element-331">
            <a:extLst xmlns:a="http://schemas.openxmlformats.org/drawingml/2006/main">
              <a:ext uri="{FF2B5EF4-FFF2-40B4-BE49-F238E27FC236}">
                <a16:creationId xmlns:a16="http://schemas.microsoft.com/office/drawing/2014/main" id="{D4F6AF46-E017-4EDE-86C2-D47E8E57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57675"/>
            <a:ext cx="3295650" cy="1114425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BED5EE"/>
            </a:solidFill>
            <a:prstDash val="solid"/>
          </a:ln>
        </p:spPr>
      </p:sp>
      <p:sp>
        <p:nvSpPr>
          <p:cNvPr id="92" name="element-332">
            <a:extLst xmlns:a="http://schemas.openxmlformats.org/drawingml/2006/main">
              <a:ext uri="{FF2B5EF4-FFF2-40B4-BE49-F238E27FC236}">
                <a16:creationId xmlns:a16="http://schemas.microsoft.com/office/drawing/2014/main" id="{58F91945-778F-4547-B9DF-F9F19364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57675"/>
            <a:ext cx="3295650" cy="333375"/>
          </a:xfrm>
          <a:prstGeom xmlns:a="http://schemas.openxmlformats.org/drawingml/2006/main" prst="roundRect">
            <a:avLst>
              <a:gd name="adj" fmla="val 20000"/>
            </a:avLst>
          </a:prstGeom>
          <a:gradFill xmlns:a="http://schemas.openxmlformats.org/drawingml/2006/main">
            <a:gsLst>
              <a:gs pos="0">
                <a:srgbClr val="D9EAFB"/>
              </a:gs>
              <a:gs pos="100000">
                <a:srgbClr val="EAF3FC"/>
              </a:gs>
            </a:gsLst>
            <a:lin ang="5400000"/>
          </a:gradFill>
          <a:ln xmlns:a="http://schemas.openxmlformats.org/drawingml/2006/main" w="7620">
            <a:solidFill>
              <a:srgbClr val="BED5EE"/>
            </a:solidFill>
            <a:prstDash val="solid"/>
          </a:ln>
        </p:spPr>
      </p:sp>
      <p:sp>
        <p:nvSpPr>
          <p:cNvPr id="93" name="text-333">
            <a:extLst xmlns:a="http://schemas.openxmlformats.org/drawingml/2006/main">
              <a:ext uri="{FF2B5EF4-FFF2-40B4-BE49-F238E27FC236}">
                <a16:creationId xmlns:a16="http://schemas.microsoft.com/office/drawing/2014/main" id="{DFE74BC3-1792-49CD-8F3B-95251547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76725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데이터 조회 모듈</a:t>
            </a:r>
          </a:p>
        </p:txBody>
      </p:sp>
      <p:sp>
        <p:nvSpPr>
          <p:cNvPr id="94" name="element-334">
            <a:extLst xmlns:a="http://schemas.openxmlformats.org/drawingml/2006/main">
              <a:ext uri="{FF2B5EF4-FFF2-40B4-BE49-F238E27FC236}">
                <a16:creationId xmlns:a16="http://schemas.microsoft.com/office/drawing/2014/main" id="{69129960-FCD4-4821-BCFC-8563B84A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3" y="47596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text-335">
            <a:extLst xmlns:a="http://schemas.openxmlformats.org/drawingml/2006/main">
              <a:ext uri="{FF2B5EF4-FFF2-40B4-BE49-F238E27FC236}">
                <a16:creationId xmlns:a16="http://schemas.microsoft.com/office/drawing/2014/main" id="{F33594F4-490E-4613-B2ED-7C58ACA5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577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사내 HAPI 연동</a:t>
            </a:r>
          </a:p>
        </p:txBody>
      </p:sp>
      <p:sp>
        <p:nvSpPr>
          <p:cNvPr id="96" name="element-336">
            <a:extLst xmlns:a="http://schemas.openxmlformats.org/drawingml/2006/main">
              <a:ext uri="{FF2B5EF4-FFF2-40B4-BE49-F238E27FC236}">
                <a16:creationId xmlns:a16="http://schemas.microsoft.com/office/drawing/2014/main" id="{8B639FB1-23B0-4128-B98F-27D8C9A0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3" y="49882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text-337">
            <a:extLst xmlns:a="http://schemas.openxmlformats.org/drawingml/2006/main">
              <a:ext uri="{FF2B5EF4-FFF2-40B4-BE49-F238E27FC236}">
                <a16:creationId xmlns:a16="http://schemas.microsoft.com/office/drawing/2014/main" id="{7C0B0BED-7126-41FE-A6C9-195ED62C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8863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카테고리별 Ref / New</a:t>
            </a:r>
          </a:p>
        </p:txBody>
      </p:sp>
      <p:sp>
        <p:nvSpPr>
          <p:cNvPr id="98" name="element-338">
            <a:extLst xmlns:a="http://schemas.openxmlformats.org/drawingml/2006/main">
              <a:ext uri="{FF2B5EF4-FFF2-40B4-BE49-F238E27FC236}">
                <a16:creationId xmlns:a16="http://schemas.microsoft.com/office/drawing/2014/main" id="{AAD965FE-BCF4-4D4C-AD8F-D4444A84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3" y="52168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text-339">
            <a:extLst xmlns:a="http://schemas.openxmlformats.org/drawingml/2006/main">
              <a:ext uri="{FF2B5EF4-FFF2-40B4-BE49-F238E27FC236}">
                <a16:creationId xmlns:a16="http://schemas.microsoft.com/office/drawing/2014/main" id="{B1372D57-27B9-4724-8329-0F1A927C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1149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실시간 데이터 수집</a:t>
            </a:r>
          </a:p>
        </p:txBody>
      </p:sp>
      <p:sp>
        <p:nvSpPr>
          <p:cNvPr id="100" name="vector-340">
            <a:extLst xmlns:a="http://schemas.openxmlformats.org/drawingml/2006/main">
              <a:ext uri="{FF2B5EF4-FFF2-40B4-BE49-F238E27FC236}">
                <a16:creationId xmlns:a16="http://schemas.microsoft.com/office/drawing/2014/main" id="{43DACD09-8929-43B4-BB83-C744AC7D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86325"/>
            <a:ext cx="304800" cy="476"/>
          </a:xfrm>
          <a:custGeom xmlns:a="http://schemas.openxmlformats.org/drawingml/2006/main">
            <a:pathLst>
              <a:path w="304800" h="476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01" name="vector-341">
            <a:extLst xmlns:a="http://schemas.openxmlformats.org/drawingml/2006/main">
              <a:ext uri="{FF2B5EF4-FFF2-40B4-BE49-F238E27FC236}">
                <a16:creationId xmlns:a16="http://schemas.microsoft.com/office/drawing/2014/main" id="{711AF88A-75F9-4238-895B-8DAF22D0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273" y="4828681"/>
            <a:ext cx="75827" cy="115288"/>
          </a:xfrm>
          <a:custGeom xmlns:a="http://schemas.openxmlformats.org/drawingml/2006/main">
            <a:pathLst>
              <a:path w="75827" h="115288">
                <a:moveTo>
                  <a:pt x="0" y="115288"/>
                </a:moveTo>
                <a:lnTo>
                  <a:pt x="75827" y="5764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02" name="element-342">
            <a:extLst xmlns:a="http://schemas.openxmlformats.org/drawingml/2006/main">
              <a:ext uri="{FF2B5EF4-FFF2-40B4-BE49-F238E27FC236}">
                <a16:creationId xmlns:a16="http://schemas.microsoft.com/office/drawing/2014/main" id="{13B60323-DECA-42FF-B930-91B30323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57675"/>
            <a:ext cx="3295650" cy="1114425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BED5EE"/>
            </a:solidFill>
            <a:prstDash val="solid"/>
          </a:ln>
        </p:spPr>
      </p:sp>
      <p:sp>
        <p:nvSpPr>
          <p:cNvPr id="103" name="element-343">
            <a:extLst xmlns:a="http://schemas.openxmlformats.org/drawingml/2006/main">
              <a:ext uri="{FF2B5EF4-FFF2-40B4-BE49-F238E27FC236}">
                <a16:creationId xmlns:a16="http://schemas.microsoft.com/office/drawing/2014/main" id="{FE625B65-B756-4FDC-90DD-0E221341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57675"/>
            <a:ext cx="3295650" cy="333375"/>
          </a:xfrm>
          <a:prstGeom xmlns:a="http://schemas.openxmlformats.org/drawingml/2006/main" prst="roundRect">
            <a:avLst>
              <a:gd name="adj" fmla="val 20000"/>
            </a:avLst>
          </a:prstGeom>
          <a:gradFill xmlns:a="http://schemas.openxmlformats.org/drawingml/2006/main">
            <a:gsLst>
              <a:gs pos="0">
                <a:srgbClr val="D9EAFB"/>
              </a:gs>
              <a:gs pos="100000">
                <a:srgbClr val="EAF3FC"/>
              </a:gs>
            </a:gsLst>
            <a:lin ang="5400000"/>
          </a:gradFill>
          <a:ln xmlns:a="http://schemas.openxmlformats.org/drawingml/2006/main" w="7620">
            <a:solidFill>
              <a:srgbClr val="BED5EE"/>
            </a:solidFill>
            <a:prstDash val="solid"/>
          </a:ln>
        </p:spPr>
      </p:sp>
      <p:sp>
        <p:nvSpPr>
          <p:cNvPr id="104" name="text-344">
            <a:extLst xmlns:a="http://schemas.openxmlformats.org/drawingml/2006/main">
              <a:ext uri="{FF2B5EF4-FFF2-40B4-BE49-F238E27FC236}">
                <a16:creationId xmlns:a16="http://schemas.microsoft.com/office/drawing/2014/main" id="{C5E402CD-D042-47B1-AB98-EBD36765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76725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요청 데이터 구성</a:t>
            </a:r>
          </a:p>
        </p:txBody>
      </p:sp>
      <p:sp>
        <p:nvSpPr>
          <p:cNvPr id="105" name="element-345">
            <a:extLst xmlns:a="http://schemas.openxmlformats.org/drawingml/2006/main">
              <a:ext uri="{FF2B5EF4-FFF2-40B4-BE49-F238E27FC236}">
                <a16:creationId xmlns:a16="http://schemas.microsoft.com/office/drawing/2014/main" id="{025819EE-E142-4756-9D34-D69CF952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843" y="47596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text-346">
            <a:extLst xmlns:a="http://schemas.openxmlformats.org/drawingml/2006/main">
              <a:ext uri="{FF2B5EF4-FFF2-40B4-BE49-F238E27FC236}">
                <a16:creationId xmlns:a16="http://schemas.microsoft.com/office/drawing/2014/main" id="{7F0846E2-0210-44AC-8413-1D08FC79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6577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변경 요청 정보 정리</a:t>
            </a:r>
          </a:p>
        </p:txBody>
      </p:sp>
      <p:sp>
        <p:nvSpPr>
          <p:cNvPr id="107" name="element-347">
            <a:extLst xmlns:a="http://schemas.openxmlformats.org/drawingml/2006/main">
              <a:ext uri="{FF2B5EF4-FFF2-40B4-BE49-F238E27FC236}">
                <a16:creationId xmlns:a16="http://schemas.microsoft.com/office/drawing/2014/main" id="{CED85E2D-20D2-4789-A4C6-C1972B9E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843" y="49882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text-348">
            <a:extLst xmlns:a="http://schemas.openxmlformats.org/drawingml/2006/main">
              <a:ext uri="{FF2B5EF4-FFF2-40B4-BE49-F238E27FC236}">
                <a16:creationId xmlns:a16="http://schemas.microsoft.com/office/drawing/2014/main" id="{9D676DE3-7FE6-4E4C-BC87-19D1F448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8863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탭별 비교 데이터 병합</a:t>
            </a:r>
          </a:p>
        </p:txBody>
      </p:sp>
      <p:sp>
        <p:nvSpPr>
          <p:cNvPr id="109" name="element-349">
            <a:extLst xmlns:a="http://schemas.openxmlformats.org/drawingml/2006/main">
              <a:ext uri="{FF2B5EF4-FFF2-40B4-BE49-F238E27FC236}">
                <a16:creationId xmlns:a16="http://schemas.microsoft.com/office/drawing/2014/main" id="{8F889653-3C69-4DFD-A348-D51F436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843" y="52168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text-350">
            <a:extLst xmlns:a="http://schemas.openxmlformats.org/drawingml/2006/main">
              <a:ext uri="{FF2B5EF4-FFF2-40B4-BE49-F238E27FC236}">
                <a16:creationId xmlns:a16="http://schemas.microsoft.com/office/drawing/2014/main" id="{4159AA55-08F2-45CB-821B-16BFE44E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1149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LLM 프롬프트 포맷 구성</a:t>
            </a:r>
          </a:p>
        </p:txBody>
      </p:sp>
      <p:sp>
        <p:nvSpPr>
          <p:cNvPr id="111" name="vector-351">
            <a:extLst xmlns:a="http://schemas.openxmlformats.org/drawingml/2006/main">
              <a:ext uri="{FF2B5EF4-FFF2-40B4-BE49-F238E27FC236}">
                <a16:creationId xmlns:a16="http://schemas.microsoft.com/office/drawing/2014/main" id="{38E5F131-934E-4947-A384-7461CB06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86325"/>
            <a:ext cx="304800" cy="476"/>
          </a:xfrm>
          <a:custGeom xmlns:a="http://schemas.openxmlformats.org/drawingml/2006/main">
            <a:pathLst>
              <a:path w="304800" h="476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12" name="vector-352">
            <a:extLst xmlns:a="http://schemas.openxmlformats.org/drawingml/2006/main">
              <a:ext uri="{FF2B5EF4-FFF2-40B4-BE49-F238E27FC236}">
                <a16:creationId xmlns:a16="http://schemas.microsoft.com/office/drawing/2014/main" id="{C1AF1171-C124-49B1-A616-4E00BF4C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823" y="4828681"/>
            <a:ext cx="75827" cy="115288"/>
          </a:xfrm>
          <a:custGeom xmlns:a="http://schemas.openxmlformats.org/drawingml/2006/main">
            <a:pathLst>
              <a:path w="75827" h="115288">
                <a:moveTo>
                  <a:pt x="0" y="115288"/>
                </a:moveTo>
                <a:lnTo>
                  <a:pt x="75827" y="5764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13" name="element-353">
            <a:extLst xmlns:a="http://schemas.openxmlformats.org/drawingml/2006/main">
              <a:ext uri="{FF2B5EF4-FFF2-40B4-BE49-F238E27FC236}">
                <a16:creationId xmlns:a16="http://schemas.microsoft.com/office/drawing/2014/main" id="{3F4C04B8-DEA6-4B63-B8D9-02C44C71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257675"/>
            <a:ext cx="3038475" cy="1114425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BED5EE"/>
            </a:solidFill>
            <a:prstDash val="solid"/>
          </a:ln>
        </p:spPr>
      </p:sp>
      <p:sp>
        <p:nvSpPr>
          <p:cNvPr id="114" name="element-354">
            <a:extLst xmlns:a="http://schemas.openxmlformats.org/drawingml/2006/main">
              <a:ext uri="{FF2B5EF4-FFF2-40B4-BE49-F238E27FC236}">
                <a16:creationId xmlns:a16="http://schemas.microsoft.com/office/drawing/2014/main" id="{F0DE3D39-0C14-439C-9AA4-D95F5EF5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257675"/>
            <a:ext cx="3038475" cy="333375"/>
          </a:xfrm>
          <a:prstGeom xmlns:a="http://schemas.openxmlformats.org/drawingml/2006/main" prst="roundRect">
            <a:avLst>
              <a:gd name="adj" fmla="val 20000"/>
            </a:avLst>
          </a:prstGeom>
          <a:gradFill xmlns:a="http://schemas.openxmlformats.org/drawingml/2006/main">
            <a:gsLst>
              <a:gs pos="0">
                <a:srgbClr val="D9EAFB"/>
              </a:gs>
              <a:gs pos="100000">
                <a:srgbClr val="EAF3FC"/>
              </a:gs>
            </a:gsLst>
            <a:lin ang="5400000"/>
          </a:gradFill>
          <a:ln xmlns:a="http://schemas.openxmlformats.org/drawingml/2006/main" w="7620">
            <a:solidFill>
              <a:srgbClr val="BED5EE"/>
            </a:solidFill>
            <a:prstDash val="solid"/>
          </a:ln>
        </p:spPr>
      </p:sp>
      <p:sp>
        <p:nvSpPr>
          <p:cNvPr id="115" name="text-355">
            <a:extLst xmlns:a="http://schemas.openxmlformats.org/drawingml/2006/main">
              <a:ext uri="{FF2B5EF4-FFF2-40B4-BE49-F238E27FC236}">
                <a16:creationId xmlns:a16="http://schemas.microsoft.com/office/drawing/2014/main" id="{7652BF20-9C0F-47F2-9A8F-49281C6A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276725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LLM 호출</a:t>
            </a:r>
          </a:p>
        </p:txBody>
      </p:sp>
      <p:sp>
        <p:nvSpPr>
          <p:cNvPr id="116" name="element-356">
            <a:extLst xmlns:a="http://schemas.openxmlformats.org/drawingml/2006/main">
              <a:ext uri="{FF2B5EF4-FFF2-40B4-BE49-F238E27FC236}">
                <a16:creationId xmlns:a16="http://schemas.microsoft.com/office/drawing/2014/main" id="{162678DF-17DC-4835-B7FE-A0347802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393" y="47596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text-357">
            <a:extLst xmlns:a="http://schemas.openxmlformats.org/drawingml/2006/main">
              <a:ext uri="{FF2B5EF4-FFF2-40B4-BE49-F238E27FC236}">
                <a16:creationId xmlns:a16="http://schemas.microsoft.com/office/drawing/2014/main" id="{9A7DFE56-9E35-440F-8E0E-3ED22467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57725"/>
            <a:ext cx="2505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프롬프트 전달</a:t>
            </a:r>
          </a:p>
        </p:txBody>
      </p:sp>
      <p:sp>
        <p:nvSpPr>
          <p:cNvPr id="118" name="element-358">
            <a:extLst xmlns:a="http://schemas.openxmlformats.org/drawingml/2006/main">
              <a:ext uri="{FF2B5EF4-FFF2-40B4-BE49-F238E27FC236}">
                <a16:creationId xmlns:a16="http://schemas.microsoft.com/office/drawing/2014/main" id="{7AAD1BD6-4A83-4DC7-9A25-0EB70BF3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393" y="49882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text-359">
            <a:extLst xmlns:a="http://schemas.openxmlformats.org/drawingml/2006/main">
              <a:ext uri="{FF2B5EF4-FFF2-40B4-BE49-F238E27FC236}">
                <a16:creationId xmlns:a16="http://schemas.microsoft.com/office/drawing/2014/main" id="{77BDB695-EF75-462F-843A-07C8676A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86325"/>
            <a:ext cx="2505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응답 수신</a:t>
            </a:r>
          </a:p>
        </p:txBody>
      </p:sp>
      <p:sp>
        <p:nvSpPr>
          <p:cNvPr id="120" name="vector-360">
            <a:extLst xmlns:a="http://schemas.openxmlformats.org/drawingml/2006/main">
              <a:ext uri="{FF2B5EF4-FFF2-40B4-BE49-F238E27FC236}">
                <a16:creationId xmlns:a16="http://schemas.microsoft.com/office/drawing/2014/main" id="{F014E38E-DB04-4455-819E-4E72CFE2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4886325"/>
            <a:ext cx="304800" cy="476"/>
          </a:xfrm>
          <a:custGeom xmlns:a="http://schemas.openxmlformats.org/drawingml/2006/main">
            <a:pathLst>
              <a:path w="304800" h="476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21" name="vector-361">
            <a:extLst xmlns:a="http://schemas.openxmlformats.org/drawingml/2006/main">
              <a:ext uri="{FF2B5EF4-FFF2-40B4-BE49-F238E27FC236}">
                <a16:creationId xmlns:a16="http://schemas.microsoft.com/office/drawing/2014/main" id="{2046420B-DBD1-4D35-AA6A-D6C91BE2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198" y="4828681"/>
            <a:ext cx="75827" cy="115288"/>
          </a:xfrm>
          <a:custGeom xmlns:a="http://schemas.openxmlformats.org/drawingml/2006/main">
            <a:pathLst>
              <a:path w="75827" h="115288">
                <a:moveTo>
                  <a:pt x="0" y="115288"/>
                </a:moveTo>
                <a:lnTo>
                  <a:pt x="75827" y="5764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22" name="element-362">
            <a:extLst xmlns:a="http://schemas.openxmlformats.org/drawingml/2006/main">
              <a:ext uri="{FF2B5EF4-FFF2-40B4-BE49-F238E27FC236}">
                <a16:creationId xmlns:a16="http://schemas.microsoft.com/office/drawing/2014/main" id="{06C720AC-6BDB-4CFE-A317-2E91EA70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257675"/>
            <a:ext cx="3333750" cy="1114425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BED5EE"/>
            </a:solidFill>
            <a:prstDash val="solid"/>
          </a:ln>
        </p:spPr>
      </p:sp>
      <p:sp>
        <p:nvSpPr>
          <p:cNvPr id="123" name="element-363">
            <a:extLst xmlns:a="http://schemas.openxmlformats.org/drawingml/2006/main">
              <a:ext uri="{FF2B5EF4-FFF2-40B4-BE49-F238E27FC236}">
                <a16:creationId xmlns:a16="http://schemas.microsoft.com/office/drawing/2014/main" id="{5C75CE8C-5330-4A05-8415-1355EBA9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257675"/>
            <a:ext cx="3333750" cy="333375"/>
          </a:xfrm>
          <a:prstGeom xmlns:a="http://schemas.openxmlformats.org/drawingml/2006/main" prst="roundRect">
            <a:avLst>
              <a:gd name="adj" fmla="val 20000"/>
            </a:avLst>
          </a:prstGeom>
          <a:gradFill xmlns:a="http://schemas.openxmlformats.org/drawingml/2006/main">
            <a:gsLst>
              <a:gs pos="0">
                <a:srgbClr val="D9EAFB"/>
              </a:gs>
              <a:gs pos="100000">
                <a:srgbClr val="EAF3FC"/>
              </a:gs>
            </a:gsLst>
            <a:lin ang="5400000"/>
          </a:gradFill>
          <a:ln xmlns:a="http://schemas.openxmlformats.org/drawingml/2006/main" w="7620">
            <a:solidFill>
              <a:srgbClr val="BED5EE"/>
            </a:solidFill>
            <a:prstDash val="solid"/>
          </a:ln>
        </p:spPr>
      </p:sp>
      <p:sp>
        <p:nvSpPr>
          <p:cNvPr id="124" name="text-364">
            <a:extLst xmlns:a="http://schemas.openxmlformats.org/drawingml/2006/main">
              <a:ext uri="{FF2B5EF4-FFF2-40B4-BE49-F238E27FC236}">
                <a16:creationId xmlns:a16="http://schemas.microsoft.com/office/drawing/2014/main" id="{A35557BD-67E6-4C9F-9A00-E117E06D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2767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결과 처리</a:t>
            </a:r>
          </a:p>
        </p:txBody>
      </p:sp>
      <p:sp>
        <p:nvSpPr>
          <p:cNvPr id="125" name="element-365">
            <a:extLst xmlns:a="http://schemas.openxmlformats.org/drawingml/2006/main">
              <a:ext uri="{FF2B5EF4-FFF2-40B4-BE49-F238E27FC236}">
                <a16:creationId xmlns:a16="http://schemas.microsoft.com/office/drawing/2014/main" id="{AAC1CB83-637E-4553-A2FF-9AEF371F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4768" y="47596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text-366">
            <a:extLst xmlns:a="http://schemas.openxmlformats.org/drawingml/2006/main">
              <a:ext uri="{FF2B5EF4-FFF2-40B4-BE49-F238E27FC236}">
                <a16:creationId xmlns:a16="http://schemas.microsoft.com/office/drawing/2014/main" id="{ED7E9B7B-71E7-4DF3-8DED-0A5AF68D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57725"/>
            <a:ext cx="2800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판정 결과 파싱</a:t>
            </a:r>
          </a:p>
        </p:txBody>
      </p:sp>
      <p:sp>
        <p:nvSpPr>
          <p:cNvPr id="127" name="element-367">
            <a:extLst xmlns:a="http://schemas.openxmlformats.org/drawingml/2006/main">
              <a:ext uri="{FF2B5EF4-FFF2-40B4-BE49-F238E27FC236}">
                <a16:creationId xmlns:a16="http://schemas.microsoft.com/office/drawing/2014/main" id="{85BF3470-6416-41DB-89E8-73C9E26F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4768" y="49882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text-368">
            <a:extLst xmlns:a="http://schemas.openxmlformats.org/drawingml/2006/main">
              <a:ext uri="{FF2B5EF4-FFF2-40B4-BE49-F238E27FC236}">
                <a16:creationId xmlns:a16="http://schemas.microsoft.com/office/drawing/2014/main" id="{4AE391CF-865D-4206-B382-BC807431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86325"/>
            <a:ext cx="2800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HTML 보고서 생성</a:t>
            </a:r>
          </a:p>
        </p:txBody>
      </p:sp>
      <p:sp>
        <p:nvSpPr>
          <p:cNvPr id="129" name="element-369">
            <a:extLst xmlns:a="http://schemas.openxmlformats.org/drawingml/2006/main">
              <a:ext uri="{FF2B5EF4-FFF2-40B4-BE49-F238E27FC236}">
                <a16:creationId xmlns:a16="http://schemas.microsoft.com/office/drawing/2014/main" id="{2AC03CC2-29B1-4E82-BC53-41E5667D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4768" y="52168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text-370">
            <a:extLst xmlns:a="http://schemas.openxmlformats.org/drawingml/2006/main">
              <a:ext uri="{FF2B5EF4-FFF2-40B4-BE49-F238E27FC236}">
                <a16:creationId xmlns:a16="http://schemas.microsoft.com/office/drawing/2014/main" id="{BE498037-2129-4E88-A140-B3159F0E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14925"/>
            <a:ext cx="2800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프론트로 반환</a:t>
            </a:r>
          </a:p>
        </p:txBody>
      </p:sp>
      <p:sp>
        <p:nvSpPr>
          <p:cNvPr id="131" name="vector-371">
            <a:extLst xmlns:a="http://schemas.openxmlformats.org/drawingml/2006/main">
              <a:ext uri="{FF2B5EF4-FFF2-40B4-BE49-F238E27FC236}">
                <a16:creationId xmlns:a16="http://schemas.microsoft.com/office/drawing/2014/main" id="{0F83B939-4DA9-4C44-8E8A-F8F13580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72125"/>
            <a:ext cx="476" cy="476250"/>
          </a:xfrm>
          <a:custGeom xmlns:a="http://schemas.openxmlformats.org/drawingml/2006/main">
            <a:pathLst>
              <a:path w="476" h="476250">
                <a:moveTo>
                  <a:pt x="0" y="476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32" name="vector-372">
            <a:extLst xmlns:a="http://schemas.openxmlformats.org/drawingml/2006/main">
              <a:ext uri="{FF2B5EF4-FFF2-40B4-BE49-F238E27FC236}">
                <a16:creationId xmlns:a16="http://schemas.microsoft.com/office/drawing/2014/main" id="{825D45B9-A361-441B-91A6-C344717B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656" y="5572125"/>
            <a:ext cx="115288" cy="75827"/>
          </a:xfrm>
          <a:custGeom xmlns:a="http://schemas.openxmlformats.org/drawingml/2006/main">
            <a:pathLst>
              <a:path w="115288" h="75827">
                <a:moveTo>
                  <a:pt x="115288" y="75827"/>
                </a:moveTo>
                <a:lnTo>
                  <a:pt x="57644" y="0"/>
                </a:lnTo>
                <a:lnTo>
                  <a:pt x="0" y="75827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33" name="text-373">
            <a:extLst xmlns:a="http://schemas.openxmlformats.org/drawingml/2006/main">
              <a:ext uri="{FF2B5EF4-FFF2-40B4-BE49-F238E27FC236}">
                <a16:creationId xmlns:a16="http://schemas.microsoft.com/office/drawing/2014/main" id="{A2E66CC0-B67E-4C6C-98A2-CE69A516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619750"/>
            <a:ext cx="3095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Ref / New 데이터</a:t>
            </a:r>
          </a:p>
        </p:txBody>
      </p:sp>
      <p:sp>
        <p:nvSpPr>
          <p:cNvPr id="134" name="text-374">
            <a:extLst xmlns:a="http://schemas.openxmlformats.org/drawingml/2006/main">
              <a:ext uri="{FF2B5EF4-FFF2-40B4-BE49-F238E27FC236}">
                <a16:creationId xmlns:a16="http://schemas.microsoft.com/office/drawing/2014/main" id="{2C0F2BC6-1AA5-4A96-AF52-61D1A993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867400"/>
            <a:ext cx="3095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실시간 조회</a:t>
            </a:r>
          </a:p>
        </p:txBody>
      </p:sp>
      <p:sp>
        <p:nvSpPr>
          <p:cNvPr id="135" name="vector-375">
            <a:extLst xmlns:a="http://schemas.openxmlformats.org/drawingml/2006/main">
              <a:ext uri="{FF2B5EF4-FFF2-40B4-BE49-F238E27FC236}">
                <a16:creationId xmlns:a16="http://schemas.microsoft.com/office/drawing/2014/main" id="{4EBDE838-BF8D-406B-90DC-EB71A97D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72125"/>
            <a:ext cx="476" cy="476250"/>
          </a:xfrm>
          <a:custGeom xmlns:a="http://schemas.openxmlformats.org/drawingml/2006/main">
            <a:pathLst>
              <a:path w="476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36" name="vector-376">
            <a:extLst xmlns:a="http://schemas.openxmlformats.org/drawingml/2006/main">
              <a:ext uri="{FF2B5EF4-FFF2-40B4-BE49-F238E27FC236}">
                <a16:creationId xmlns:a16="http://schemas.microsoft.com/office/drawing/2014/main" id="{75616BE7-49E7-4B1E-90A6-4C1551C5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456" y="5972548"/>
            <a:ext cx="115288" cy="75827"/>
          </a:xfrm>
          <a:custGeom xmlns:a="http://schemas.openxmlformats.org/drawingml/2006/main">
            <a:pathLst>
              <a:path w="115288" h="75827">
                <a:moveTo>
                  <a:pt x="0" y="0"/>
                </a:moveTo>
                <a:lnTo>
                  <a:pt x="57644" y="75827"/>
                </a:lnTo>
                <a:lnTo>
                  <a:pt x="115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37" name="text-377">
            <a:extLst xmlns:a="http://schemas.openxmlformats.org/drawingml/2006/main">
              <a:ext uri="{FF2B5EF4-FFF2-40B4-BE49-F238E27FC236}">
                <a16:creationId xmlns:a16="http://schemas.microsoft.com/office/drawing/2014/main" id="{E550FE72-5038-4E8B-B9F3-7D26ACA1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619750"/>
            <a:ext cx="1419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프롬프트 전달</a:t>
            </a:r>
          </a:p>
        </p:txBody>
      </p:sp>
      <p:sp>
        <p:nvSpPr>
          <p:cNvPr id="138" name="text-378">
            <a:extLst xmlns:a="http://schemas.openxmlformats.org/drawingml/2006/main">
              <a:ext uri="{FF2B5EF4-FFF2-40B4-BE49-F238E27FC236}">
                <a16:creationId xmlns:a16="http://schemas.microsoft.com/office/drawing/2014/main" id="{F48C5D11-216F-43B8-A0B0-FC5EFC07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857875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D6775"/>
                </a:solidFill>
                <a:latin typeface="Noto Sans KR"/>
                <a:ea typeface="Noto Sans KR"/>
                <a:cs typeface="Noto Sans KR"/>
              </a:rPr>
              <a:t>(변경 요청 + 비교 데이터)</a:t>
            </a:r>
          </a:p>
        </p:txBody>
      </p:sp>
      <p:sp>
        <p:nvSpPr>
          <p:cNvPr id="139" name="vector-379">
            <a:extLst xmlns:a="http://schemas.openxmlformats.org/drawingml/2006/main">
              <a:ext uri="{FF2B5EF4-FFF2-40B4-BE49-F238E27FC236}">
                <a16:creationId xmlns:a16="http://schemas.microsoft.com/office/drawing/2014/main" id="{10C3A52E-7005-47CF-BE91-3E69A5CA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5572125"/>
            <a:ext cx="476" cy="476250"/>
          </a:xfrm>
          <a:custGeom xmlns:a="http://schemas.openxmlformats.org/drawingml/2006/main">
            <a:pathLst>
              <a:path w="476" h="476250">
                <a:moveTo>
                  <a:pt x="0" y="476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40" name="vector-380">
            <a:extLst xmlns:a="http://schemas.openxmlformats.org/drawingml/2006/main">
              <a:ext uri="{FF2B5EF4-FFF2-40B4-BE49-F238E27FC236}">
                <a16:creationId xmlns:a16="http://schemas.microsoft.com/office/drawing/2014/main" id="{71496FEA-996E-4D69-B90B-09ED976C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831" y="5572125"/>
            <a:ext cx="115288" cy="75827"/>
          </a:xfrm>
          <a:custGeom xmlns:a="http://schemas.openxmlformats.org/drawingml/2006/main">
            <a:pathLst>
              <a:path w="115288" h="75827">
                <a:moveTo>
                  <a:pt x="115288" y="75827"/>
                </a:moveTo>
                <a:lnTo>
                  <a:pt x="57644" y="0"/>
                </a:lnTo>
                <a:lnTo>
                  <a:pt x="0" y="75827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5648E"/>
            </a:solidFill>
            <a:prstDash val="solid"/>
          </a:ln>
        </p:spPr>
      </p:sp>
      <p:sp>
        <p:nvSpPr>
          <p:cNvPr id="141" name="text-381">
            <a:extLst xmlns:a="http://schemas.openxmlformats.org/drawingml/2006/main">
              <a:ext uri="{FF2B5EF4-FFF2-40B4-BE49-F238E27FC236}">
                <a16:creationId xmlns:a16="http://schemas.microsoft.com/office/drawing/2014/main" id="{E5948569-6176-405D-82D9-3824DEC5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6197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분석 결과 반환</a:t>
            </a:r>
          </a:p>
        </p:txBody>
      </p:sp>
      <p:sp>
        <p:nvSpPr>
          <p:cNvPr id="142" name="text-382">
            <a:extLst xmlns:a="http://schemas.openxmlformats.org/drawingml/2006/main">
              <a:ext uri="{FF2B5EF4-FFF2-40B4-BE49-F238E27FC236}">
                <a16:creationId xmlns:a16="http://schemas.microsoft.com/office/drawing/2014/main" id="{F36942D2-9475-43D6-8B77-2E699B03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86740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(판정 + 보고서)</a:t>
            </a:r>
          </a:p>
        </p:txBody>
      </p:sp>
      <p:sp>
        <p:nvSpPr>
          <p:cNvPr id="143" name="element-383">
            <a:extLst xmlns:a="http://schemas.openxmlformats.org/drawingml/2006/main">
              <a:ext uri="{FF2B5EF4-FFF2-40B4-BE49-F238E27FC236}">
                <a16:creationId xmlns:a16="http://schemas.microsoft.com/office/drawing/2014/main" id="{9D734B21-A2C8-4AA3-9EA9-B482D6F3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43625"/>
            <a:ext cx="5743575" cy="1857375"/>
          </a:xfrm>
          <a:prstGeom xmlns:a="http://schemas.openxmlformats.org/drawingml/2006/main" prst="roundRect">
            <a:avLst>
              <a:gd name="adj" fmla="val 4615"/>
            </a:avLst>
          </a:prstGeom>
          <a:gradFill xmlns:a="http://schemas.openxmlformats.org/drawingml/2006/main">
            <a:gsLst>
              <a:gs pos="0">
                <a:srgbClr val="EBF8F1"/>
              </a:gs>
              <a:gs pos="100000">
                <a:srgbClr val="F3FCF7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44" name="text-384">
            <a:extLst xmlns:a="http://schemas.openxmlformats.org/drawingml/2006/main">
              <a:ext uri="{FF2B5EF4-FFF2-40B4-BE49-F238E27FC236}">
                <a16:creationId xmlns:a16="http://schemas.microsoft.com/office/drawing/2014/main" id="{17DA683B-394F-401D-B4DF-1F50946E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210300"/>
            <a:ext cx="5334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745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E745B"/>
                </a:solidFill>
                <a:latin typeface="Noto Sans KR"/>
                <a:ea typeface="Noto Sans KR"/>
                <a:cs typeface="Noto Sans KR"/>
              </a:rPr>
              <a:t>사내 데이터 소스 (HAPI)</a:t>
            </a:r>
          </a:p>
        </p:txBody>
      </p:sp>
      <p:sp>
        <p:nvSpPr>
          <p:cNvPr id="145" name="vector-385">
            <a:extLst xmlns:a="http://schemas.openxmlformats.org/drawingml/2006/main">
              <a:ext uri="{FF2B5EF4-FFF2-40B4-BE49-F238E27FC236}">
                <a16:creationId xmlns:a16="http://schemas.microsoft.com/office/drawing/2014/main" id="{8BED4B9F-4584-4466-AD58-94D1F1B5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29" y="6734175"/>
            <a:ext cx="368617" cy="409575"/>
          </a:xfrm>
          <a:custGeom xmlns:a="http://schemas.openxmlformats.org/drawingml/2006/main">
            <a:pathLst>
              <a:path w="368617" h="409575">
                <a:moveTo>
                  <a:pt x="184309" y="0"/>
                </a:moveTo>
                <a:lnTo>
                  <a:pt x="368617" y="90107"/>
                </a:lnTo>
                <a:lnTo>
                  <a:pt x="368617" y="311277"/>
                </a:lnTo>
                <a:lnTo>
                  <a:pt x="184309" y="409575"/>
                </a:lnTo>
                <a:lnTo>
                  <a:pt x="0" y="311277"/>
                </a:lnTo>
                <a:lnTo>
                  <a:pt x="0" y="90107"/>
                </a:lnTo>
                <a:lnTo>
                  <a:pt x="1843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9B9AC"/>
            </a:solidFill>
            <a:prstDash val="solid"/>
          </a:ln>
        </p:spPr>
      </p:sp>
      <p:sp>
        <p:nvSpPr>
          <p:cNvPr id="146" name="vector-386">
            <a:extLst xmlns:a="http://schemas.openxmlformats.org/drawingml/2006/main">
              <a:ext uri="{FF2B5EF4-FFF2-40B4-BE49-F238E27FC236}">
                <a16:creationId xmlns:a16="http://schemas.microsoft.com/office/drawing/2014/main" id="{576011E6-CECF-43E5-BEEC-10141D77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29" y="6824282"/>
            <a:ext cx="368617" cy="94202"/>
          </a:xfrm>
          <a:custGeom xmlns:a="http://schemas.openxmlformats.org/drawingml/2006/main">
            <a:pathLst>
              <a:path w="368617" h="94202">
                <a:moveTo>
                  <a:pt x="0" y="0"/>
                </a:moveTo>
                <a:lnTo>
                  <a:pt x="184309" y="94202"/>
                </a:lnTo>
                <a:lnTo>
                  <a:pt x="3686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9B9AC"/>
            </a:solidFill>
            <a:prstDash val="solid"/>
          </a:ln>
        </p:spPr>
      </p:sp>
      <p:sp>
        <p:nvSpPr>
          <p:cNvPr id="147" name="vector-387">
            <a:extLst xmlns:a="http://schemas.openxmlformats.org/drawingml/2006/main">
              <a:ext uri="{FF2B5EF4-FFF2-40B4-BE49-F238E27FC236}">
                <a16:creationId xmlns:a16="http://schemas.microsoft.com/office/drawing/2014/main" id="{B1A0D420-BDF7-4538-8088-4676D75C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8" y="6918484"/>
            <a:ext cx="476" cy="225266"/>
          </a:xfrm>
          <a:custGeom xmlns:a="http://schemas.openxmlformats.org/drawingml/2006/main">
            <a:pathLst>
              <a:path w="476" h="225266">
                <a:moveTo>
                  <a:pt x="0" y="0"/>
                </a:moveTo>
                <a:lnTo>
                  <a:pt x="0" y="225266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9B9AC"/>
            </a:solidFill>
            <a:prstDash val="solid"/>
          </a:ln>
        </p:spPr>
      </p:sp>
      <p:sp>
        <p:nvSpPr>
          <p:cNvPr id="148" name="vector-388">
            <a:extLst xmlns:a="http://schemas.openxmlformats.org/drawingml/2006/main">
              <a:ext uri="{FF2B5EF4-FFF2-40B4-BE49-F238E27FC236}">
                <a16:creationId xmlns:a16="http://schemas.microsoft.com/office/drawing/2014/main" id="{6AF28A9C-D893-4CF0-94FA-AC75085C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29" y="6979920"/>
            <a:ext cx="368617" cy="65532"/>
          </a:xfrm>
          <a:custGeom xmlns:a="http://schemas.openxmlformats.org/drawingml/2006/main">
            <a:pathLst>
              <a:path w="368617" h="65532">
                <a:moveTo>
                  <a:pt x="0" y="65532"/>
                </a:moveTo>
                <a:lnTo>
                  <a:pt x="151543" y="0"/>
                </a:lnTo>
                <a:lnTo>
                  <a:pt x="233458" y="4096"/>
                </a:lnTo>
                <a:lnTo>
                  <a:pt x="368617" y="6553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E96D2"/>
            </a:solidFill>
            <a:prstDash val="solid"/>
          </a:ln>
        </p:spPr>
      </p:sp>
      <p:sp>
        <p:nvSpPr>
          <p:cNvPr id="149" name="text-389">
            <a:extLst xmlns:a="http://schemas.openxmlformats.org/drawingml/2006/main">
              <a:ext uri="{FF2B5EF4-FFF2-40B4-BE49-F238E27FC236}">
                <a16:creationId xmlns:a16="http://schemas.microsoft.com/office/drawing/2014/main" id="{917718A3-6CF2-4836-8746-09F6EEDB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715125"/>
            <a:ext cx="1200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HAPI</a:t>
            </a:r>
          </a:p>
        </p:txBody>
      </p:sp>
      <p:sp>
        <p:nvSpPr>
          <p:cNvPr id="150" name="text-390">
            <a:extLst xmlns:a="http://schemas.openxmlformats.org/drawingml/2006/main">
              <a:ext uri="{FF2B5EF4-FFF2-40B4-BE49-F238E27FC236}">
                <a16:creationId xmlns:a16="http://schemas.microsoft.com/office/drawing/2014/main" id="{177F1C88-994E-4DB0-A5D7-27868DF9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05675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0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실시간 Route 데이터 조회</a:t>
            </a:r>
          </a:p>
        </p:txBody>
      </p:sp>
      <p:sp>
        <p:nvSpPr>
          <p:cNvPr id="151" name="element-391">
            <a:extLst xmlns:a="http://schemas.openxmlformats.org/drawingml/2006/main">
              <a:ext uri="{FF2B5EF4-FFF2-40B4-BE49-F238E27FC236}">
                <a16:creationId xmlns:a16="http://schemas.microsoft.com/office/drawing/2014/main" id="{8643D364-3459-41FD-8969-5F433D72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6562725"/>
            <a:ext cx="1371600" cy="23812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152" name="text-392">
            <a:extLst xmlns:a="http://schemas.openxmlformats.org/drawingml/2006/main">
              <a:ext uri="{FF2B5EF4-FFF2-40B4-BE49-F238E27FC236}">
                <a16:creationId xmlns:a16="http://schemas.microsoft.com/office/drawing/2014/main" id="{16E0C684-5C9E-4D7B-8EC4-D7018241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62725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공정수순</a:t>
            </a:r>
          </a:p>
        </p:txBody>
      </p:sp>
      <p:sp>
        <p:nvSpPr>
          <p:cNvPr id="153" name="element-393">
            <a:extLst xmlns:a="http://schemas.openxmlformats.org/drawingml/2006/main">
              <a:ext uri="{FF2B5EF4-FFF2-40B4-BE49-F238E27FC236}">
                <a16:creationId xmlns:a16="http://schemas.microsoft.com/office/drawing/2014/main" id="{E1F4A115-77ED-4562-B248-88809373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6562725"/>
            <a:ext cx="1371600" cy="23812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154" name="text-394">
            <a:extLst xmlns:a="http://schemas.openxmlformats.org/drawingml/2006/main">
              <a:ext uri="{FF2B5EF4-FFF2-40B4-BE49-F238E27FC236}">
                <a16:creationId xmlns:a16="http://schemas.microsoft.com/office/drawing/2014/main" id="{186BFF1B-EA02-443F-8515-FB725347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562725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Dedication</a:t>
            </a:r>
          </a:p>
        </p:txBody>
      </p:sp>
      <p:sp>
        <p:nvSpPr>
          <p:cNvPr id="155" name="element-395">
            <a:extLst xmlns:a="http://schemas.openxmlformats.org/drawingml/2006/main">
              <a:ext uri="{FF2B5EF4-FFF2-40B4-BE49-F238E27FC236}">
                <a16:creationId xmlns:a16="http://schemas.microsoft.com/office/drawing/2014/main" id="{5B94EF36-70F0-4497-B5DD-8B829DE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6838950"/>
            <a:ext cx="1371600" cy="23812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156" name="text-396">
            <a:extLst xmlns:a="http://schemas.openxmlformats.org/drawingml/2006/main">
              <a:ext uri="{FF2B5EF4-FFF2-40B4-BE49-F238E27FC236}">
                <a16:creationId xmlns:a16="http://schemas.microsoft.com/office/drawing/2014/main" id="{7CD69E50-3783-46FE-9FDC-0D129DB6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8389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Recipe</a:t>
            </a:r>
          </a:p>
        </p:txBody>
      </p:sp>
      <p:sp>
        <p:nvSpPr>
          <p:cNvPr id="157" name="element-397">
            <a:extLst xmlns:a="http://schemas.openxmlformats.org/drawingml/2006/main">
              <a:ext uri="{FF2B5EF4-FFF2-40B4-BE49-F238E27FC236}">
                <a16:creationId xmlns:a16="http://schemas.microsoft.com/office/drawing/2014/main" id="{A8065D63-B0A7-43C7-8182-E6FC342E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6838950"/>
            <a:ext cx="1371600" cy="23812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158" name="text-398">
            <a:extLst xmlns:a="http://schemas.openxmlformats.org/drawingml/2006/main">
              <a:ext uri="{FF2B5EF4-FFF2-40B4-BE49-F238E27FC236}">
                <a16:creationId xmlns:a16="http://schemas.microsoft.com/office/drawing/2014/main" id="{21AE75A8-B7E5-46D1-9140-543F155D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8389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Spec</a:t>
            </a:r>
          </a:p>
        </p:txBody>
      </p:sp>
      <p:sp>
        <p:nvSpPr>
          <p:cNvPr id="159" name="element-399">
            <a:extLst xmlns:a="http://schemas.openxmlformats.org/drawingml/2006/main">
              <a:ext uri="{FF2B5EF4-FFF2-40B4-BE49-F238E27FC236}">
                <a16:creationId xmlns:a16="http://schemas.microsoft.com/office/drawing/2014/main" id="{1C448042-B760-4C41-AA56-247A315E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7115175"/>
            <a:ext cx="1371600" cy="23812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160" name="text-400">
            <a:extLst xmlns:a="http://schemas.openxmlformats.org/drawingml/2006/main">
              <a:ext uri="{FF2B5EF4-FFF2-40B4-BE49-F238E27FC236}">
                <a16:creationId xmlns:a16="http://schemas.microsoft.com/office/drawing/2014/main" id="{C8C31B26-8062-4B6E-8020-0DCF3091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7115175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Qtime</a:t>
            </a:r>
          </a:p>
        </p:txBody>
      </p:sp>
      <p:sp>
        <p:nvSpPr>
          <p:cNvPr id="161" name="element-401">
            <a:extLst xmlns:a="http://schemas.openxmlformats.org/drawingml/2006/main">
              <a:ext uri="{FF2B5EF4-FFF2-40B4-BE49-F238E27FC236}">
                <a16:creationId xmlns:a16="http://schemas.microsoft.com/office/drawing/2014/main" id="{912C3996-5A89-44FB-BCCE-F6970776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115175"/>
            <a:ext cx="1371600" cy="23812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162" name="text-402">
            <a:extLst xmlns:a="http://schemas.openxmlformats.org/drawingml/2006/main">
              <a:ext uri="{FF2B5EF4-FFF2-40B4-BE49-F238E27FC236}">
                <a16:creationId xmlns:a16="http://schemas.microsoft.com/office/drawing/2014/main" id="{DB1CCBD9-DD1B-4B96-BFED-7DFDFB04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7115175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Dcol</a:t>
            </a:r>
          </a:p>
        </p:txBody>
      </p:sp>
      <p:sp>
        <p:nvSpPr>
          <p:cNvPr id="163" name="element-403">
            <a:extLst xmlns:a="http://schemas.openxmlformats.org/drawingml/2006/main">
              <a:ext uri="{FF2B5EF4-FFF2-40B4-BE49-F238E27FC236}">
                <a16:creationId xmlns:a16="http://schemas.microsoft.com/office/drawing/2014/main" id="{85C44ED1-F894-490E-99D1-51585AA7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7391400"/>
            <a:ext cx="1371600" cy="23812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164" name="text-404">
            <a:extLst xmlns:a="http://schemas.openxmlformats.org/drawingml/2006/main">
              <a:ext uri="{FF2B5EF4-FFF2-40B4-BE49-F238E27FC236}">
                <a16:creationId xmlns:a16="http://schemas.microsoft.com/office/drawing/2014/main" id="{344ABA3B-7136-4678-908A-A0057A9D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739140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Reticle</a:t>
            </a:r>
          </a:p>
        </p:txBody>
      </p:sp>
      <p:sp>
        <p:nvSpPr>
          <p:cNvPr id="165" name="element-405">
            <a:extLst xmlns:a="http://schemas.openxmlformats.org/drawingml/2006/main">
              <a:ext uri="{FF2B5EF4-FFF2-40B4-BE49-F238E27FC236}">
                <a16:creationId xmlns:a16="http://schemas.microsoft.com/office/drawing/2014/main" id="{934AC523-0A65-4F74-9548-4143997D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91400"/>
            <a:ext cx="1371600" cy="23812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166" name="text-406">
            <a:extLst xmlns:a="http://schemas.openxmlformats.org/drawingml/2006/main">
              <a:ext uri="{FF2B5EF4-FFF2-40B4-BE49-F238E27FC236}">
                <a16:creationId xmlns:a16="http://schemas.microsoft.com/office/drawing/2014/main" id="{DEE4D714-FC32-4473-A00A-9DE390EE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739140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Rework</a:t>
            </a:r>
          </a:p>
        </p:txBody>
      </p:sp>
      <p:sp>
        <p:nvSpPr>
          <p:cNvPr id="167" name="element-407">
            <a:extLst xmlns:a="http://schemas.openxmlformats.org/drawingml/2006/main">
              <a:ext uri="{FF2B5EF4-FFF2-40B4-BE49-F238E27FC236}">
                <a16:creationId xmlns:a16="http://schemas.microsoft.com/office/drawing/2014/main" id="{53F6448F-DB09-4A4C-9BA5-248C1AFB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7667625"/>
            <a:ext cx="1371600" cy="23812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168" name="text-408">
            <a:extLst xmlns:a="http://schemas.openxmlformats.org/drawingml/2006/main">
              <a:ext uri="{FF2B5EF4-FFF2-40B4-BE49-F238E27FC236}">
                <a16:creationId xmlns:a16="http://schemas.microsoft.com/office/drawing/2014/main" id="{C9BAE5C8-1A50-4E93-9729-BF0AD906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7667625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Equipment</a:t>
            </a:r>
          </a:p>
        </p:txBody>
      </p:sp>
      <p:sp>
        <p:nvSpPr>
          <p:cNvPr id="169" name="element-409">
            <a:extLst xmlns:a="http://schemas.openxmlformats.org/drawingml/2006/main">
              <a:ext uri="{FF2B5EF4-FFF2-40B4-BE49-F238E27FC236}">
                <a16:creationId xmlns:a16="http://schemas.microsoft.com/office/drawing/2014/main" id="{2D358601-4939-40BB-9846-172E529F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667625"/>
            <a:ext cx="1371600" cy="23812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D9F0E4"/>
              </a:gs>
              <a:gs pos="100000">
                <a:srgbClr val="E6F6ED"/>
              </a:gs>
            </a:gsLst>
            <a:lin ang="5400000"/>
          </a:gradFill>
          <a:ln xmlns:a="http://schemas.openxmlformats.org/drawingml/2006/main" w="8573">
            <a:solidFill>
              <a:srgbClr val="CBE8D9"/>
            </a:solidFill>
            <a:prstDash val="solid"/>
          </a:ln>
        </p:spPr>
      </p:sp>
      <p:sp>
        <p:nvSpPr>
          <p:cNvPr id="170" name="text-410">
            <a:extLst xmlns:a="http://schemas.openxmlformats.org/drawingml/2006/main">
              <a:ext uri="{FF2B5EF4-FFF2-40B4-BE49-F238E27FC236}">
                <a16:creationId xmlns:a16="http://schemas.microsoft.com/office/drawing/2014/main" id="{D5DCC39C-83F6-48C9-B6FC-4D2F1D37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7667625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LPN</a:t>
            </a:r>
          </a:p>
        </p:txBody>
      </p:sp>
      <p:sp>
        <p:nvSpPr>
          <p:cNvPr id="171" name="element-411">
            <a:extLst xmlns:a="http://schemas.openxmlformats.org/drawingml/2006/main">
              <a:ext uri="{FF2B5EF4-FFF2-40B4-BE49-F238E27FC236}">
                <a16:creationId xmlns:a16="http://schemas.microsoft.com/office/drawing/2014/main" id="{030FD6EA-9974-4780-B017-DF5AD28A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6143625"/>
            <a:ext cx="5257800" cy="1857375"/>
          </a:xfrm>
          <a:prstGeom xmlns:a="http://schemas.openxmlformats.org/drawingml/2006/main" prst="roundRect">
            <a:avLst>
              <a:gd name="adj" fmla="val 4615"/>
            </a:avLst>
          </a:prstGeom>
          <a:gradFill xmlns:a="http://schemas.openxmlformats.org/drawingml/2006/main">
            <a:gsLst>
              <a:gs pos="0">
                <a:srgbClr val="EBF4FF"/>
              </a:gs>
              <a:gs pos="100000">
                <a:srgbClr val="F3F8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2" name="text-412">
            <a:extLst xmlns:a="http://schemas.openxmlformats.org/drawingml/2006/main">
              <a:ext uri="{FF2B5EF4-FFF2-40B4-BE49-F238E27FC236}">
                <a16:creationId xmlns:a16="http://schemas.microsoft.com/office/drawing/2014/main" id="{E7421A9D-DB0C-47CD-BF63-8347D51B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210300"/>
            <a:ext cx="485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LLM (사내/거점 모델)</a:t>
            </a:r>
          </a:p>
        </p:txBody>
      </p:sp>
      <p:sp>
        <p:nvSpPr>
          <p:cNvPr id="173" name="vector-413">
            <a:extLst xmlns:a="http://schemas.openxmlformats.org/drawingml/2006/main">
              <a:ext uri="{FF2B5EF4-FFF2-40B4-BE49-F238E27FC236}">
                <a16:creationId xmlns:a16="http://schemas.microsoft.com/office/drawing/2014/main" id="{1188CE1B-EB22-4ED5-BAC8-C898373E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043" y="6833781"/>
            <a:ext cx="324695" cy="627681"/>
          </a:xfrm>
          <a:custGeom xmlns:a="http://schemas.openxmlformats.org/drawingml/2006/main">
            <a:pathLst>
              <a:path w="324695" h="627681">
                <a:moveTo>
                  <a:pt x="324695" y="46126"/>
                </a:moveTo>
                <a:lnTo>
                  <a:pt x="307746" y="24208"/>
                </a:lnTo>
                <a:lnTo>
                  <a:pt x="285932" y="9328"/>
                </a:lnTo>
                <a:lnTo>
                  <a:pt x="261085" y="1316"/>
                </a:lnTo>
                <a:lnTo>
                  <a:pt x="235037" y="0"/>
                </a:lnTo>
                <a:lnTo>
                  <a:pt x="209618" y="5208"/>
                </a:lnTo>
                <a:lnTo>
                  <a:pt x="186660" y="16768"/>
                </a:lnTo>
                <a:lnTo>
                  <a:pt x="167994" y="34509"/>
                </a:lnTo>
                <a:lnTo>
                  <a:pt x="155451" y="58259"/>
                </a:lnTo>
                <a:lnTo>
                  <a:pt x="150864" y="87846"/>
                </a:lnTo>
                <a:lnTo>
                  <a:pt x="110680" y="87827"/>
                </a:lnTo>
                <a:lnTo>
                  <a:pt x="78164" y="95934"/>
                </a:lnTo>
                <a:lnTo>
                  <a:pt x="53261" y="110508"/>
                </a:lnTo>
                <a:lnTo>
                  <a:pt x="35911" y="129889"/>
                </a:lnTo>
                <a:lnTo>
                  <a:pt x="26058" y="152418"/>
                </a:lnTo>
                <a:lnTo>
                  <a:pt x="23645" y="176435"/>
                </a:lnTo>
                <a:lnTo>
                  <a:pt x="28614" y="200280"/>
                </a:lnTo>
                <a:lnTo>
                  <a:pt x="40909" y="222294"/>
                </a:lnTo>
                <a:lnTo>
                  <a:pt x="60471" y="240817"/>
                </a:lnTo>
                <a:lnTo>
                  <a:pt x="30989" y="269727"/>
                </a:lnTo>
                <a:lnTo>
                  <a:pt x="11579" y="300068"/>
                </a:lnTo>
                <a:lnTo>
                  <a:pt x="1497" y="330694"/>
                </a:lnTo>
                <a:lnTo>
                  <a:pt x="0" y="360463"/>
                </a:lnTo>
                <a:lnTo>
                  <a:pt x="6343" y="388228"/>
                </a:lnTo>
                <a:lnTo>
                  <a:pt x="19782" y="412846"/>
                </a:lnTo>
                <a:lnTo>
                  <a:pt x="39573" y="433171"/>
                </a:lnTo>
                <a:lnTo>
                  <a:pt x="64973" y="448060"/>
                </a:lnTo>
                <a:lnTo>
                  <a:pt x="95238" y="456368"/>
                </a:lnTo>
                <a:lnTo>
                  <a:pt x="90631" y="488349"/>
                </a:lnTo>
                <a:lnTo>
                  <a:pt x="94436" y="518556"/>
                </a:lnTo>
                <a:lnTo>
                  <a:pt x="105281" y="545730"/>
                </a:lnTo>
                <a:lnTo>
                  <a:pt x="121792" y="568612"/>
                </a:lnTo>
                <a:lnTo>
                  <a:pt x="142594" y="585942"/>
                </a:lnTo>
                <a:lnTo>
                  <a:pt x="166315" y="596463"/>
                </a:lnTo>
                <a:lnTo>
                  <a:pt x="191582" y="598914"/>
                </a:lnTo>
                <a:lnTo>
                  <a:pt x="217020" y="592037"/>
                </a:lnTo>
                <a:lnTo>
                  <a:pt x="241256" y="574573"/>
                </a:lnTo>
                <a:lnTo>
                  <a:pt x="251442" y="598580"/>
                </a:lnTo>
                <a:lnTo>
                  <a:pt x="263003" y="615205"/>
                </a:lnTo>
                <a:lnTo>
                  <a:pt x="275250" y="624791"/>
                </a:lnTo>
                <a:lnTo>
                  <a:pt x="287496" y="627681"/>
                </a:lnTo>
                <a:lnTo>
                  <a:pt x="299057" y="624219"/>
                </a:lnTo>
                <a:lnTo>
                  <a:pt x="309243" y="614747"/>
                </a:lnTo>
                <a:lnTo>
                  <a:pt x="317370" y="599611"/>
                </a:lnTo>
                <a:lnTo>
                  <a:pt x="322749" y="579151"/>
                </a:lnTo>
                <a:lnTo>
                  <a:pt x="324695" y="553713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7466E7"/>
            </a:solidFill>
            <a:prstDash val="solid"/>
          </a:ln>
        </p:spPr>
      </p:sp>
      <p:sp>
        <p:nvSpPr>
          <p:cNvPr id="174" name="vector-414">
            <a:extLst xmlns:a="http://schemas.openxmlformats.org/drawingml/2006/main">
              <a:ext uri="{FF2B5EF4-FFF2-40B4-BE49-F238E27FC236}">
                <a16:creationId xmlns:a16="http://schemas.microsoft.com/office/drawing/2014/main" id="{62ABB1BF-89B3-45B4-90DF-347D6AA5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6833781"/>
            <a:ext cx="324695" cy="627681"/>
          </a:xfrm>
          <a:custGeom xmlns:a="http://schemas.openxmlformats.org/drawingml/2006/main">
            <a:pathLst>
              <a:path w="324695" h="627681">
                <a:moveTo>
                  <a:pt x="0" y="46126"/>
                </a:moveTo>
                <a:lnTo>
                  <a:pt x="16949" y="24208"/>
                </a:lnTo>
                <a:lnTo>
                  <a:pt x="38763" y="9328"/>
                </a:lnTo>
                <a:lnTo>
                  <a:pt x="63609" y="1316"/>
                </a:lnTo>
                <a:lnTo>
                  <a:pt x="89658" y="0"/>
                </a:lnTo>
                <a:lnTo>
                  <a:pt x="115077" y="5208"/>
                </a:lnTo>
                <a:lnTo>
                  <a:pt x="138035" y="16768"/>
                </a:lnTo>
                <a:lnTo>
                  <a:pt x="156701" y="34509"/>
                </a:lnTo>
                <a:lnTo>
                  <a:pt x="169243" y="58259"/>
                </a:lnTo>
                <a:lnTo>
                  <a:pt x="173831" y="87846"/>
                </a:lnTo>
                <a:lnTo>
                  <a:pt x="214015" y="87827"/>
                </a:lnTo>
                <a:lnTo>
                  <a:pt x="246530" y="95934"/>
                </a:lnTo>
                <a:lnTo>
                  <a:pt x="271434" y="110508"/>
                </a:lnTo>
                <a:lnTo>
                  <a:pt x="288784" y="129889"/>
                </a:lnTo>
                <a:lnTo>
                  <a:pt x="298637" y="152418"/>
                </a:lnTo>
                <a:lnTo>
                  <a:pt x="301050" y="176435"/>
                </a:lnTo>
                <a:lnTo>
                  <a:pt x="296081" y="200280"/>
                </a:lnTo>
                <a:lnTo>
                  <a:pt x="283786" y="222294"/>
                </a:lnTo>
                <a:lnTo>
                  <a:pt x="264224" y="240817"/>
                </a:lnTo>
                <a:lnTo>
                  <a:pt x="293706" y="269727"/>
                </a:lnTo>
                <a:lnTo>
                  <a:pt x="313116" y="300068"/>
                </a:lnTo>
                <a:lnTo>
                  <a:pt x="323197" y="330694"/>
                </a:lnTo>
                <a:lnTo>
                  <a:pt x="324695" y="360463"/>
                </a:lnTo>
                <a:lnTo>
                  <a:pt x="318352" y="388228"/>
                </a:lnTo>
                <a:lnTo>
                  <a:pt x="304913" y="412846"/>
                </a:lnTo>
                <a:lnTo>
                  <a:pt x="285121" y="433171"/>
                </a:lnTo>
                <a:lnTo>
                  <a:pt x="259722" y="448060"/>
                </a:lnTo>
                <a:lnTo>
                  <a:pt x="229457" y="456368"/>
                </a:lnTo>
                <a:lnTo>
                  <a:pt x="234064" y="488349"/>
                </a:lnTo>
                <a:lnTo>
                  <a:pt x="230258" y="518556"/>
                </a:lnTo>
                <a:lnTo>
                  <a:pt x="219414" y="545730"/>
                </a:lnTo>
                <a:lnTo>
                  <a:pt x="202903" y="568612"/>
                </a:lnTo>
                <a:lnTo>
                  <a:pt x="182101" y="585942"/>
                </a:lnTo>
                <a:lnTo>
                  <a:pt x="158380" y="596463"/>
                </a:lnTo>
                <a:lnTo>
                  <a:pt x="133113" y="598914"/>
                </a:lnTo>
                <a:lnTo>
                  <a:pt x="107675" y="592037"/>
                </a:lnTo>
                <a:lnTo>
                  <a:pt x="83439" y="574573"/>
                </a:lnTo>
                <a:lnTo>
                  <a:pt x="73252" y="598580"/>
                </a:lnTo>
                <a:lnTo>
                  <a:pt x="61692" y="615205"/>
                </a:lnTo>
                <a:lnTo>
                  <a:pt x="49445" y="624791"/>
                </a:lnTo>
                <a:lnTo>
                  <a:pt x="37198" y="627681"/>
                </a:lnTo>
                <a:lnTo>
                  <a:pt x="25638" y="624219"/>
                </a:lnTo>
                <a:lnTo>
                  <a:pt x="15452" y="614747"/>
                </a:lnTo>
                <a:lnTo>
                  <a:pt x="7325" y="599611"/>
                </a:lnTo>
                <a:lnTo>
                  <a:pt x="1946" y="579151"/>
                </a:lnTo>
                <a:lnTo>
                  <a:pt x="0" y="553713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7466E7"/>
            </a:solidFill>
            <a:prstDash val="solid"/>
          </a:ln>
        </p:spPr>
      </p:sp>
      <p:sp>
        <p:nvSpPr>
          <p:cNvPr id="175" name="vector-415">
            <a:extLst xmlns:a="http://schemas.openxmlformats.org/drawingml/2006/main">
              <a:ext uri="{FF2B5EF4-FFF2-40B4-BE49-F238E27FC236}">
                <a16:creationId xmlns:a16="http://schemas.microsoft.com/office/drawing/2014/main" id="{BF06D574-B4CC-4B28-AE90-2CC6C161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6879908"/>
            <a:ext cx="476" cy="507587"/>
          </a:xfrm>
          <a:custGeom xmlns:a="http://schemas.openxmlformats.org/drawingml/2006/main">
            <a:pathLst>
              <a:path w="476" h="507587">
                <a:moveTo>
                  <a:pt x="0" y="0"/>
                </a:moveTo>
                <a:lnTo>
                  <a:pt x="0" y="507587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7466E7"/>
            </a:solidFill>
            <a:prstDash val="solid"/>
          </a:ln>
        </p:spPr>
      </p:sp>
      <p:sp>
        <p:nvSpPr>
          <p:cNvPr id="176" name="vector-416">
            <a:extLst xmlns:a="http://schemas.openxmlformats.org/drawingml/2006/main">
              <a:ext uri="{FF2B5EF4-FFF2-40B4-BE49-F238E27FC236}">
                <a16:creationId xmlns:a16="http://schemas.microsoft.com/office/drawing/2014/main" id="{4EC79B25-4683-4793-BAF9-7E897EA6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6000" y="6984206"/>
            <a:ext cx="83439" cy="166878"/>
          </a:xfrm>
          <a:custGeom xmlns:a="http://schemas.openxmlformats.org/drawingml/2006/main">
            <a:pathLst>
              <a:path w="83439" h="166878">
                <a:moveTo>
                  <a:pt x="0" y="0"/>
                </a:moveTo>
                <a:lnTo>
                  <a:pt x="2524" y="23259"/>
                </a:lnTo>
                <a:lnTo>
                  <a:pt x="9345" y="40051"/>
                </a:lnTo>
                <a:lnTo>
                  <a:pt x="19337" y="52254"/>
                </a:lnTo>
                <a:lnTo>
                  <a:pt x="31373" y="61745"/>
                </a:lnTo>
                <a:lnTo>
                  <a:pt x="44327" y="70402"/>
                </a:lnTo>
                <a:lnTo>
                  <a:pt x="57072" y="80101"/>
                </a:lnTo>
                <a:lnTo>
                  <a:pt x="68483" y="92722"/>
                </a:lnTo>
                <a:lnTo>
                  <a:pt x="77431" y="110139"/>
                </a:lnTo>
                <a:lnTo>
                  <a:pt x="82792" y="134232"/>
                </a:lnTo>
                <a:lnTo>
                  <a:pt x="83439" y="166878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466E7"/>
            </a:solidFill>
            <a:prstDash val="solid"/>
          </a:ln>
        </p:spPr>
      </p:sp>
      <p:sp>
        <p:nvSpPr>
          <p:cNvPr id="177" name="vector-417">
            <a:extLst xmlns:a="http://schemas.openxmlformats.org/drawingml/2006/main">
              <a:ext uri="{FF2B5EF4-FFF2-40B4-BE49-F238E27FC236}">
                <a16:creationId xmlns:a16="http://schemas.microsoft.com/office/drawing/2014/main" id="{CE316FEF-84C7-4206-9E08-2A3931D3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036" y="6984206"/>
            <a:ext cx="83439" cy="166878"/>
          </a:xfrm>
          <a:custGeom xmlns:a="http://schemas.openxmlformats.org/drawingml/2006/main">
            <a:pathLst>
              <a:path w="83439" h="166878">
                <a:moveTo>
                  <a:pt x="83439" y="0"/>
                </a:moveTo>
                <a:lnTo>
                  <a:pt x="80915" y="23259"/>
                </a:lnTo>
                <a:lnTo>
                  <a:pt x="74094" y="40051"/>
                </a:lnTo>
                <a:lnTo>
                  <a:pt x="64102" y="52254"/>
                </a:lnTo>
                <a:lnTo>
                  <a:pt x="52066" y="61745"/>
                </a:lnTo>
                <a:lnTo>
                  <a:pt x="39112" y="70402"/>
                </a:lnTo>
                <a:lnTo>
                  <a:pt x="26367" y="80101"/>
                </a:lnTo>
                <a:lnTo>
                  <a:pt x="14956" y="92722"/>
                </a:lnTo>
                <a:lnTo>
                  <a:pt x="6008" y="110139"/>
                </a:lnTo>
                <a:lnTo>
                  <a:pt x="647" y="134232"/>
                </a:lnTo>
                <a:lnTo>
                  <a:pt x="0" y="166878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466E7"/>
            </a:solidFill>
            <a:prstDash val="solid"/>
          </a:ln>
        </p:spPr>
      </p:sp>
      <p:sp>
        <p:nvSpPr>
          <p:cNvPr id="178" name="vector-418">
            <a:extLst xmlns:a="http://schemas.openxmlformats.org/drawingml/2006/main">
              <a:ext uri="{FF2B5EF4-FFF2-40B4-BE49-F238E27FC236}">
                <a16:creationId xmlns:a16="http://schemas.microsoft.com/office/drawing/2014/main" id="{52FD2223-2690-4C81-9707-A5ACF5F2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374" y="7229371"/>
            <a:ext cx="88244" cy="109451"/>
          </a:xfrm>
          <a:custGeom xmlns:a="http://schemas.openxmlformats.org/drawingml/2006/main">
            <a:pathLst>
              <a:path w="88244" h="109451">
                <a:moveTo>
                  <a:pt x="0" y="5152"/>
                </a:moveTo>
                <a:lnTo>
                  <a:pt x="26541" y="0"/>
                </a:lnTo>
                <a:lnTo>
                  <a:pt x="47950" y="647"/>
                </a:lnTo>
                <a:lnTo>
                  <a:pt x="64519" y="6216"/>
                </a:lnTo>
                <a:lnTo>
                  <a:pt x="76541" y="15833"/>
                </a:lnTo>
                <a:lnTo>
                  <a:pt x="84308" y="28620"/>
                </a:lnTo>
                <a:lnTo>
                  <a:pt x="88112" y="43701"/>
                </a:lnTo>
                <a:lnTo>
                  <a:pt x="88244" y="60201"/>
                </a:lnTo>
                <a:lnTo>
                  <a:pt x="84997" y="77244"/>
                </a:lnTo>
                <a:lnTo>
                  <a:pt x="78662" y="93952"/>
                </a:lnTo>
                <a:lnTo>
                  <a:pt x="69532" y="109451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466E7"/>
            </a:solidFill>
            <a:prstDash val="solid"/>
          </a:ln>
        </p:spPr>
      </p:sp>
      <p:sp>
        <p:nvSpPr>
          <p:cNvPr id="179" name="vector-419">
            <a:extLst xmlns:a="http://schemas.openxmlformats.org/drawingml/2006/main">
              <a:ext uri="{FF2B5EF4-FFF2-40B4-BE49-F238E27FC236}">
                <a16:creationId xmlns:a16="http://schemas.microsoft.com/office/drawing/2014/main" id="{D171A45C-3232-4D07-8553-57EB7A28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858" y="7229371"/>
            <a:ext cx="88244" cy="109451"/>
          </a:xfrm>
          <a:custGeom xmlns:a="http://schemas.openxmlformats.org/drawingml/2006/main">
            <a:pathLst>
              <a:path w="88244" h="109451">
                <a:moveTo>
                  <a:pt x="88244" y="5152"/>
                </a:moveTo>
                <a:lnTo>
                  <a:pt x="61703" y="0"/>
                </a:lnTo>
                <a:lnTo>
                  <a:pt x="40294" y="647"/>
                </a:lnTo>
                <a:lnTo>
                  <a:pt x="23724" y="6216"/>
                </a:lnTo>
                <a:lnTo>
                  <a:pt x="11702" y="15833"/>
                </a:lnTo>
                <a:lnTo>
                  <a:pt x="3936" y="28620"/>
                </a:lnTo>
                <a:lnTo>
                  <a:pt x="132" y="43701"/>
                </a:lnTo>
                <a:lnTo>
                  <a:pt x="0" y="60201"/>
                </a:lnTo>
                <a:lnTo>
                  <a:pt x="3247" y="77244"/>
                </a:lnTo>
                <a:lnTo>
                  <a:pt x="9582" y="93952"/>
                </a:lnTo>
                <a:lnTo>
                  <a:pt x="18711" y="109451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466E7"/>
            </a:solidFill>
            <a:prstDash val="solid"/>
          </a:ln>
        </p:spPr>
      </p:sp>
      <p:sp>
        <p:nvSpPr>
          <p:cNvPr id="180" name="vector-420">
            <a:extLst xmlns:a="http://schemas.openxmlformats.org/drawingml/2006/main">
              <a:ext uri="{FF2B5EF4-FFF2-40B4-BE49-F238E27FC236}">
                <a16:creationId xmlns:a16="http://schemas.microsoft.com/office/drawing/2014/main" id="{3234419F-2CC9-45AF-B618-36DC2962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9439" y="7164991"/>
            <a:ext cx="56071" cy="152971"/>
          </a:xfrm>
          <a:custGeom xmlns:a="http://schemas.openxmlformats.org/drawingml/2006/main">
            <a:pathLst>
              <a:path w="56071" h="152971">
                <a:moveTo>
                  <a:pt x="0" y="0"/>
                </a:moveTo>
                <a:lnTo>
                  <a:pt x="18802" y="1092"/>
                </a:lnTo>
                <a:lnTo>
                  <a:pt x="33598" y="7899"/>
                </a:lnTo>
                <a:lnTo>
                  <a:pt x="44556" y="19462"/>
                </a:lnTo>
                <a:lnTo>
                  <a:pt x="51843" y="34822"/>
                </a:lnTo>
                <a:lnTo>
                  <a:pt x="55626" y="53019"/>
                </a:lnTo>
                <a:lnTo>
                  <a:pt x="56071" y="73093"/>
                </a:lnTo>
                <a:lnTo>
                  <a:pt x="53345" y="94084"/>
                </a:lnTo>
                <a:lnTo>
                  <a:pt x="47616" y="115035"/>
                </a:lnTo>
                <a:lnTo>
                  <a:pt x="39049" y="134983"/>
                </a:lnTo>
                <a:lnTo>
                  <a:pt x="27813" y="152971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466E7"/>
            </a:solidFill>
            <a:prstDash val="solid"/>
          </a:ln>
        </p:spPr>
      </p:sp>
      <p:sp>
        <p:nvSpPr>
          <p:cNvPr id="181" name="vector-421">
            <a:extLst xmlns:a="http://schemas.openxmlformats.org/drawingml/2006/main">
              <a:ext uri="{FF2B5EF4-FFF2-40B4-BE49-F238E27FC236}">
                <a16:creationId xmlns:a16="http://schemas.microsoft.com/office/drawing/2014/main" id="{976FA327-C05A-461B-95E4-309CA209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965" y="7164991"/>
            <a:ext cx="56071" cy="152971"/>
          </a:xfrm>
          <a:custGeom xmlns:a="http://schemas.openxmlformats.org/drawingml/2006/main">
            <a:pathLst>
              <a:path w="56071" h="152971">
                <a:moveTo>
                  <a:pt x="56071" y="0"/>
                </a:moveTo>
                <a:lnTo>
                  <a:pt x="37269" y="1092"/>
                </a:lnTo>
                <a:lnTo>
                  <a:pt x="22473" y="7899"/>
                </a:lnTo>
                <a:lnTo>
                  <a:pt x="11515" y="19462"/>
                </a:lnTo>
                <a:lnTo>
                  <a:pt x="4228" y="34822"/>
                </a:lnTo>
                <a:lnTo>
                  <a:pt x="445" y="53019"/>
                </a:lnTo>
                <a:lnTo>
                  <a:pt x="0" y="73093"/>
                </a:lnTo>
                <a:lnTo>
                  <a:pt x="2726" y="94084"/>
                </a:lnTo>
                <a:lnTo>
                  <a:pt x="8455" y="115035"/>
                </a:lnTo>
                <a:lnTo>
                  <a:pt x="17022" y="134983"/>
                </a:lnTo>
                <a:lnTo>
                  <a:pt x="28258" y="152971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466E7"/>
            </a:solidFill>
            <a:prstDash val="solid"/>
          </a:ln>
        </p:spPr>
      </p:sp>
      <p:sp>
        <p:nvSpPr>
          <p:cNvPr id="182" name="element-422">
            <a:extLst xmlns:a="http://schemas.openxmlformats.org/drawingml/2006/main">
              <a:ext uri="{FF2B5EF4-FFF2-40B4-BE49-F238E27FC236}">
                <a16:creationId xmlns:a16="http://schemas.microsoft.com/office/drawing/2014/main" id="{56A3817C-C441-46FF-AA8D-D93AAD3B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6629400"/>
            <a:ext cx="3819525" cy="12001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element-423">
            <a:extLst xmlns:a="http://schemas.openxmlformats.org/drawingml/2006/main">
              <a:ext uri="{FF2B5EF4-FFF2-40B4-BE49-F238E27FC236}">
                <a16:creationId xmlns:a16="http://schemas.microsoft.com/office/drawing/2014/main" id="{CAC6A836-797A-4B11-B92B-C6BA314B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593" y="68170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text-424">
            <a:extLst xmlns:a="http://schemas.openxmlformats.org/drawingml/2006/main">
              <a:ext uri="{FF2B5EF4-FFF2-40B4-BE49-F238E27FC236}">
                <a16:creationId xmlns:a16="http://schemas.microsoft.com/office/drawing/2014/main" id="{D398DDF8-F7DF-4F0A-B060-7DE3C898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6715125"/>
            <a:ext cx="3362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변경 적용 여부 판단</a:t>
            </a:r>
          </a:p>
        </p:txBody>
      </p:sp>
      <p:sp>
        <p:nvSpPr>
          <p:cNvPr id="185" name="element-425">
            <a:extLst xmlns:a="http://schemas.openxmlformats.org/drawingml/2006/main">
              <a:ext uri="{FF2B5EF4-FFF2-40B4-BE49-F238E27FC236}">
                <a16:creationId xmlns:a16="http://schemas.microsoft.com/office/drawing/2014/main" id="{C9029523-DD3B-4EAD-8A97-5711A1A0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593" y="707421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text-426">
            <a:extLst xmlns:a="http://schemas.openxmlformats.org/drawingml/2006/main">
              <a:ext uri="{FF2B5EF4-FFF2-40B4-BE49-F238E27FC236}">
                <a16:creationId xmlns:a16="http://schemas.microsoft.com/office/drawing/2014/main" id="{255BC399-A0D8-401C-826A-02CC93D4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6972300"/>
            <a:ext cx="3362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예상외 변경 탐지</a:t>
            </a:r>
          </a:p>
        </p:txBody>
      </p:sp>
      <p:sp>
        <p:nvSpPr>
          <p:cNvPr id="187" name="element-427">
            <a:extLst xmlns:a="http://schemas.openxmlformats.org/drawingml/2006/main">
              <a:ext uri="{FF2B5EF4-FFF2-40B4-BE49-F238E27FC236}">
                <a16:creationId xmlns:a16="http://schemas.microsoft.com/office/drawing/2014/main" id="{BA7225C7-0359-4CB6-9472-E50B448D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593" y="733139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text-428">
            <a:extLst xmlns:a="http://schemas.openxmlformats.org/drawingml/2006/main">
              <a:ext uri="{FF2B5EF4-FFF2-40B4-BE49-F238E27FC236}">
                <a16:creationId xmlns:a16="http://schemas.microsoft.com/office/drawing/2014/main" id="{580674F0-1E4A-4CDD-83E8-84885681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7229475"/>
            <a:ext cx="3362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종합 의견 생성</a:t>
            </a:r>
          </a:p>
        </p:txBody>
      </p:sp>
      <p:sp>
        <p:nvSpPr>
          <p:cNvPr id="189" name="element-429">
            <a:extLst xmlns:a="http://schemas.openxmlformats.org/drawingml/2006/main">
              <a:ext uri="{FF2B5EF4-FFF2-40B4-BE49-F238E27FC236}">
                <a16:creationId xmlns:a16="http://schemas.microsoft.com/office/drawing/2014/main" id="{AF9E117E-0D5B-4E56-861A-C228CB52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593" y="758856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text-430">
            <a:extLst xmlns:a="http://schemas.openxmlformats.org/drawingml/2006/main">
              <a:ext uri="{FF2B5EF4-FFF2-40B4-BE49-F238E27FC236}">
                <a16:creationId xmlns:a16="http://schemas.microsoft.com/office/drawing/2014/main" id="{9ABAC87E-A893-462C-BC89-D2DAAB16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7486650"/>
            <a:ext cx="3362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HTML 보고서 작성</a:t>
            </a:r>
          </a:p>
        </p:txBody>
      </p:sp>
      <p:sp>
        <p:nvSpPr>
          <p:cNvPr id="191" name="element-431">
            <a:extLst xmlns:a="http://schemas.openxmlformats.org/drawingml/2006/main">
              <a:ext uri="{FF2B5EF4-FFF2-40B4-BE49-F238E27FC236}">
                <a16:creationId xmlns:a16="http://schemas.microsoft.com/office/drawing/2014/main" id="{4A4A99FA-B433-40C1-A66B-CEB798D4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6143625"/>
            <a:ext cx="2943225" cy="1857375"/>
          </a:xfrm>
          <a:prstGeom xmlns:a="http://schemas.openxmlformats.org/drawingml/2006/main" prst="roundRect">
            <a:avLst>
              <a:gd name="adj" fmla="val 4615"/>
            </a:avLst>
          </a:prstGeom>
          <a:gradFill xmlns:a="http://schemas.openxmlformats.org/drawingml/2006/main">
            <a:gsLst>
              <a:gs pos="0">
                <a:srgbClr val="EDF5FF"/>
              </a:gs>
              <a:gs pos="100000">
                <a:srgbClr val="F5F9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2" name="text-432">
            <a:extLst xmlns:a="http://schemas.openxmlformats.org/drawingml/2006/main">
              <a:ext uri="{FF2B5EF4-FFF2-40B4-BE49-F238E27FC236}">
                <a16:creationId xmlns:a16="http://schemas.microsoft.com/office/drawing/2014/main" id="{B5489F5B-63A2-430D-BA21-3AD508C1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6210300"/>
            <a:ext cx="2600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결과물</a:t>
            </a:r>
          </a:p>
        </p:txBody>
      </p:sp>
      <p:sp>
        <p:nvSpPr>
          <p:cNvPr id="193" name="element-433">
            <a:extLst xmlns:a="http://schemas.openxmlformats.org/drawingml/2006/main">
              <a:ext uri="{FF2B5EF4-FFF2-40B4-BE49-F238E27FC236}">
                <a16:creationId xmlns:a16="http://schemas.microsoft.com/office/drawing/2014/main" id="{55D4A76A-7380-40DB-B2F8-8B79B029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6629400"/>
            <a:ext cx="12096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6EDF6"/>
            </a:solidFill>
            <a:prstDash val="solid"/>
          </a:ln>
        </p:spPr>
      </p:sp>
      <p:sp>
        <p:nvSpPr>
          <p:cNvPr id="194" name="element-434">
            <a:extLst xmlns:a="http://schemas.openxmlformats.org/drawingml/2006/main">
              <a:ext uri="{FF2B5EF4-FFF2-40B4-BE49-F238E27FC236}">
                <a16:creationId xmlns:a16="http://schemas.microsoft.com/office/drawing/2014/main" id="{B0322569-D879-4560-B722-81D0BC26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629400"/>
            <a:ext cx="12287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6EDF6"/>
            </a:solidFill>
            <a:prstDash val="solid"/>
          </a:ln>
        </p:spPr>
      </p:sp>
      <p:sp>
        <p:nvSpPr>
          <p:cNvPr id="195" name="vector-435">
            <a:extLst xmlns:a="http://schemas.openxmlformats.org/drawingml/2006/main">
              <a:ext uri="{FF2B5EF4-FFF2-40B4-BE49-F238E27FC236}">
                <a16:creationId xmlns:a16="http://schemas.microsoft.com/office/drawing/2014/main" id="{953AC0F9-2809-4BEC-9288-20E193FE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6762750"/>
            <a:ext cx="300038" cy="373380"/>
          </a:xfrm>
          <a:custGeom xmlns:a="http://schemas.openxmlformats.org/drawingml/2006/main">
            <a:pathLst>
              <a:path w="300038" h="373380">
                <a:moveTo>
                  <a:pt x="0" y="0"/>
                </a:moveTo>
                <a:lnTo>
                  <a:pt x="200025" y="0"/>
                </a:lnTo>
                <a:lnTo>
                  <a:pt x="300038" y="100013"/>
                </a:lnTo>
                <a:lnTo>
                  <a:pt x="300038" y="373380"/>
                </a:lnTo>
                <a:lnTo>
                  <a:pt x="0" y="37338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765">
            <a:solidFill>
              <a:srgbClr val="6F91C5"/>
            </a:solidFill>
            <a:prstDash val="solid"/>
          </a:ln>
        </p:spPr>
      </p:sp>
      <p:sp>
        <p:nvSpPr>
          <p:cNvPr id="196" name="vector-436">
            <a:extLst xmlns:a="http://schemas.openxmlformats.org/drawingml/2006/main">
              <a:ext uri="{FF2B5EF4-FFF2-40B4-BE49-F238E27FC236}">
                <a16:creationId xmlns:a16="http://schemas.microsoft.com/office/drawing/2014/main" id="{FD907218-5BF6-455D-AE6E-ADE637B6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6762750"/>
            <a:ext cx="100013" cy="100013"/>
          </a:xfrm>
          <a:custGeom xmlns:a="http://schemas.openxmlformats.org/drawingml/2006/main">
            <a:pathLst>
              <a:path w="100013" h="100013">
                <a:moveTo>
                  <a:pt x="0" y="0"/>
                </a:moveTo>
                <a:lnTo>
                  <a:pt x="0" y="100013"/>
                </a:lnTo>
                <a:lnTo>
                  <a:pt x="100013" y="100013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6F91C5"/>
            </a:solidFill>
            <a:prstDash val="solid"/>
          </a:ln>
        </p:spPr>
      </p:sp>
      <p:sp>
        <p:nvSpPr>
          <p:cNvPr id="197" name="text-437">
            <a:extLst xmlns:a="http://schemas.openxmlformats.org/drawingml/2006/main">
              <a:ext uri="{FF2B5EF4-FFF2-40B4-BE49-F238E27FC236}">
                <a16:creationId xmlns:a16="http://schemas.microsoft.com/office/drawing/2014/main" id="{71BCD290-E8DF-4EEA-8127-851ED86D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7239000"/>
            <a:ext cx="885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HTML</a:t>
            </a:r>
          </a:p>
          <a:p xmlns:a="http://schemas.openxmlformats.org/drawingml/2006/main">
            <a:pPr algn="ctr">
              <a:defRPr sz="1313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보고서</a:t>
            </a:r>
          </a:p>
        </p:txBody>
      </p:sp>
      <p:sp>
        <p:nvSpPr>
          <p:cNvPr id="198" name="vector-438">
            <a:extLst xmlns:a="http://schemas.openxmlformats.org/drawingml/2006/main">
              <a:ext uri="{FF2B5EF4-FFF2-40B4-BE49-F238E27FC236}">
                <a16:creationId xmlns:a16="http://schemas.microsoft.com/office/drawing/2014/main" id="{B4299715-5A4C-4D6B-BE57-C51AF295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6762750"/>
            <a:ext cx="300038" cy="373380"/>
          </a:xfrm>
          <a:custGeom xmlns:a="http://schemas.openxmlformats.org/drawingml/2006/main">
            <a:pathLst>
              <a:path w="300038" h="373380">
                <a:moveTo>
                  <a:pt x="0" y="0"/>
                </a:moveTo>
                <a:lnTo>
                  <a:pt x="200025" y="0"/>
                </a:lnTo>
                <a:lnTo>
                  <a:pt x="300038" y="100013"/>
                </a:lnTo>
                <a:lnTo>
                  <a:pt x="300038" y="373380"/>
                </a:lnTo>
                <a:lnTo>
                  <a:pt x="0" y="37338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765">
            <a:solidFill>
              <a:srgbClr val="EB514B"/>
            </a:solidFill>
            <a:prstDash val="solid"/>
          </a:ln>
        </p:spPr>
      </p:sp>
      <p:sp>
        <p:nvSpPr>
          <p:cNvPr id="199" name="vector-439">
            <a:extLst xmlns:a="http://schemas.openxmlformats.org/drawingml/2006/main">
              <a:ext uri="{FF2B5EF4-FFF2-40B4-BE49-F238E27FC236}">
                <a16:creationId xmlns:a16="http://schemas.microsoft.com/office/drawing/2014/main" id="{4A1927FC-7E9F-42FD-B686-2B781E97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6762750"/>
            <a:ext cx="100013" cy="100013"/>
          </a:xfrm>
          <a:custGeom xmlns:a="http://schemas.openxmlformats.org/drawingml/2006/main">
            <a:pathLst>
              <a:path w="100013" h="100013">
                <a:moveTo>
                  <a:pt x="0" y="0"/>
                </a:moveTo>
                <a:lnTo>
                  <a:pt x="0" y="100013"/>
                </a:lnTo>
                <a:lnTo>
                  <a:pt x="100013" y="100013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EB514B"/>
            </a:solidFill>
            <a:prstDash val="solid"/>
          </a:ln>
        </p:spPr>
      </p:sp>
      <p:sp>
        <p:nvSpPr>
          <p:cNvPr id="200" name="text-440">
            <a:extLst xmlns:a="http://schemas.openxmlformats.org/drawingml/2006/main">
              <a:ext uri="{FF2B5EF4-FFF2-40B4-BE49-F238E27FC236}">
                <a16:creationId xmlns:a16="http://schemas.microsoft.com/office/drawing/2014/main" id="{9A7EDFA4-6D0B-491E-9325-F5B15654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7239000"/>
            <a:ext cx="885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PDF</a:t>
            </a:r>
          </a:p>
          <a:p xmlns:a="http://schemas.openxmlformats.org/drawingml/2006/main">
            <a:pPr algn="ctr">
              <a:defRPr sz="1313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다운로드</a:t>
            </a:r>
          </a:p>
        </p:txBody>
      </p:sp>
      <p:sp>
        <p:nvSpPr>
          <p:cNvPr id="201" name="text-441">
            <a:extLst xmlns:a="http://schemas.openxmlformats.org/drawingml/2006/main">
              <a:ext uri="{FF2B5EF4-FFF2-40B4-BE49-F238E27FC236}">
                <a16:creationId xmlns:a16="http://schemas.microsoft.com/office/drawing/2014/main" id="{01706FF7-B329-4FFA-85D9-67B4835B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24825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07B8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707B8B"/>
                </a:solidFill>
                <a:latin typeface="Noto Sans KR"/>
                <a:ea typeface="Noto Sans KR"/>
                <a:cs typeface="Noto Sans KR"/>
              </a:rPr>
              <a:t>SK</a:t>
            </a:r>
          </a:p>
        </p:txBody>
      </p:sp>
      <p:sp>
        <p:nvSpPr>
          <p:cNvPr id="202" name="text-442">
            <a:extLst xmlns:a="http://schemas.openxmlformats.org/drawingml/2006/main">
              <a:ext uri="{FF2B5EF4-FFF2-40B4-BE49-F238E27FC236}">
                <a16:creationId xmlns:a16="http://schemas.microsoft.com/office/drawing/2014/main" id="{63815D69-50B9-45E3-BE45-66FB651A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18197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07B8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07B8B"/>
                </a:solidFill>
                <a:latin typeface="Noto Sans KR"/>
                <a:ea typeface="Noto Sans KR"/>
                <a:cs typeface="Noto Sans KR"/>
              </a:rPr>
              <a:t>hynix</a:t>
            </a:r>
          </a:p>
        </p:txBody>
      </p:sp>
      <p:sp>
        <p:nvSpPr>
          <p:cNvPr id="203" name="vector-443">
            <a:extLst xmlns:a="http://schemas.openxmlformats.org/drawingml/2006/main">
              <a:ext uri="{FF2B5EF4-FFF2-40B4-BE49-F238E27FC236}">
                <a16:creationId xmlns:a16="http://schemas.microsoft.com/office/drawing/2014/main" id="{8731FB1B-0B2A-4352-A79B-D4FEA813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210550"/>
            <a:ext cx="476" cy="171450"/>
          </a:xfrm>
          <a:custGeom xmlns:a="http://schemas.openxmlformats.org/drawingml/2006/main">
            <a:pathLst>
              <a:path w="476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1CA"/>
            </a:solidFill>
            <a:prstDash val="solid"/>
          </a:ln>
        </p:spPr>
      </p:sp>
      <p:sp>
        <p:nvSpPr>
          <p:cNvPr id="204" name="text-444">
            <a:extLst xmlns:a="http://schemas.openxmlformats.org/drawingml/2006/main">
              <a:ext uri="{FF2B5EF4-FFF2-40B4-BE49-F238E27FC236}">
                <a16:creationId xmlns:a16="http://schemas.microsoft.com/office/drawing/2014/main" id="{6A5D3DA1-9B4D-4A5C-85DC-13D15D3A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8191500"/>
            <a:ext cx="647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6909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86909C"/>
                </a:solidFill>
                <a:latin typeface="Noto Sans KR"/>
                <a:ea typeface="Noto Sans KR"/>
                <a:cs typeface="Noto Sans KR"/>
              </a:rPr>
              <a:t>AI for Manufacturing Excellence</a:t>
            </a:r>
          </a:p>
        </p:txBody>
      </p:sp>
      <p:sp>
        <p:nvSpPr>
          <p:cNvPr id="205" name="text-445">
            <a:extLst xmlns:a="http://schemas.openxmlformats.org/drawingml/2006/main">
              <a:ext uri="{FF2B5EF4-FFF2-40B4-BE49-F238E27FC236}">
                <a16:creationId xmlns:a16="http://schemas.microsoft.com/office/drawing/2014/main" id="{7DC52C2D-E45C-4EC7-88FE-2C84380E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8191500"/>
            <a:ext cx="1781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6909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86909C"/>
                </a:solidFill>
                <a:latin typeface="Noto Sans KR"/>
                <a:ea typeface="Noto Sans KR"/>
                <a:cs typeface="Noto Sans KR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884702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2026-09-10T06:21:17.3650000Z</dcterms:created>
  <dcterms:modified xsi:type="dcterms:W3CDTF">2026-09-10T06:21:17.3650000Z</dcterms:modified>
</coreProperties>
</file>