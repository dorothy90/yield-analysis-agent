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51c51ce7c54ea2" /><Relationship Type="http://schemas.openxmlformats.org/officeDocument/2006/relationships/extended-properties" Target="/docProps/app.xml" Id="R3fc7a0c10fc34a09" /><Relationship Type="http://schemas.openxmlformats.org/officeDocument/2006/relationships/officeDocument" Target="/ppt/presentation.xml" Id="Rbae183f6347047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277059a922434f"/>
  </p:sldMasterIdLst>
  <p:notesMasterIdLst>
    <p:notesMasterId xmlns:r="http://schemas.openxmlformats.org/officeDocument/2006/relationships" r:id="Rde2cb4b3e19f4958"/>
  </p:notesMasterIdLst>
  <p:sldIdLst>
    <p:sldId xmlns:r="http://schemas.openxmlformats.org/officeDocument/2006/relationships" id="256" r:id="R5fbf8dc6a87142e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828aaeb3164c9b" /><Relationship Type="http://schemas.openxmlformats.org/officeDocument/2006/relationships/slideMaster" Target="/ppt/slideMasters/slideMaster1.xml" Id="R36277059a922434f" /><Relationship Type="http://schemas.openxmlformats.org/officeDocument/2006/relationships/notesMaster" Target="/ppt/notesMasters/notesMaster1.xml" Id="Rde2cb4b3e19f4958" /><Relationship Type="http://schemas.openxmlformats.org/officeDocument/2006/relationships/presProps" Target="/ppt/presProps.xml" Id="Re560a0d37cd0495c" /><Relationship Type="http://schemas.openxmlformats.org/officeDocument/2006/relationships/tableStyles" Target="/ppt/tableStyles.xml" Id="Recc7f8adbf7d43b1" /><Relationship Type="http://schemas.openxmlformats.org/officeDocument/2006/relationships/slide" Target="/ppt/slides/slide1.xml" Id="R5fbf8dc6a87142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c6189c9e464f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79a44b102c4d7d" /><Relationship Type="http://schemas.openxmlformats.org/officeDocument/2006/relationships/notesMaster" Target="/ppt/notesMasters/notesMaster1.xml" Id="Reafae3104e5441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Yield Agent 구성 및 실제 활용 사례를 바탕으로 작성. 그림은 분석 기능을 나타내는 개념도이며 실제 측정 데이터나 분석 결과를 의미하지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a1b85f07b40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cb591da47a475f" /><Relationship Type="http://schemas.openxmlformats.org/officeDocument/2006/relationships/slideLayout" Target="/ppt/slideLayouts/slideLayout1.xml" Id="R508180352b8242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8180352b8242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404cfacc44054" /><Relationship Type="http://schemas.openxmlformats.org/officeDocument/2006/relationships/notesSlide" Target="/ppt/notesSlides/notesSlide1.xml" Id="R0d1d72e9520a43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7" name="header__1">
            <a:extLst xmlns:a="http://schemas.openxmlformats.org/drawingml/2006/main">
              <a:ext uri="{FF2B5EF4-FFF2-40B4-BE49-F238E27FC236}">
                <a16:creationId xmlns:a16="http://schemas.microsoft.com/office/drawing/2014/main" id="{B61B50B0-8DD5-4F5E-95CA-6640068681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8625" y="123825"/>
            <a:ext cx="1438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rPr>
              <a:t>목표에 맞춰 Agent와 Tool을 선택·조합하는 Yield Agent</a:t>
            </a:r>
          </a:p>
        </p:txBody>
      </p:sp>
      <p:sp>
        <p:nvSpPr>
          <p:cNvPr id="2" name="header__2">
            <a:extLst xmlns:a="http://schemas.openxmlformats.org/drawingml/2006/main">
              <a:ext uri="{FF2B5EF4-FFF2-40B4-BE49-F238E27FC236}">
                <a16:creationId xmlns:a16="http://schemas.microsoft.com/office/drawing/2014/main" id="{1AFF9758-CC26-4C3A-9F07-9F2FF502F6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8625" y="704850"/>
            <a:ext cx="1419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37D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37D9E"/>
                </a:solidFill>
                <a:latin typeface="Malgun Gothic"/>
                <a:ea typeface="Malgun Gothic"/>
                <a:cs typeface="Malgun Gothic"/>
              </a:rPr>
              <a:t>13개 Agent · 24개 Tool을 활용해 분석 목적에 맞는 실행 경로 구성</a:t>
            </a:r>
          </a:p>
        </p:txBody>
      </p:sp>
      <p:sp>
        <p:nvSpPr>
          <p:cNvPr id="3" name="header__3">
            <a:extLst xmlns:a="http://schemas.openxmlformats.org/drawingml/2006/main">
              <a:ext uri="{FF2B5EF4-FFF2-40B4-BE49-F238E27FC236}">
                <a16:creationId xmlns:a16="http://schemas.microsoft.com/office/drawing/2014/main" id="{7D8BE875-2679-4DEE-9616-CCB050E6D2F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" y="1133475"/>
            <a:ext cx="14668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</a:ln>
        </p:spPr>
      </p:sp>
      <p:sp>
        <p:nvSpPr>
          <p:cNvPr id="4" name="header__4">
            <a:extLst xmlns:a="http://schemas.openxmlformats.org/drawingml/2006/main">
              <a:ext uri="{FF2B5EF4-FFF2-40B4-BE49-F238E27FC236}">
                <a16:creationId xmlns:a16="http://schemas.microsoft.com/office/drawing/2014/main" id="{79E70ED7-9A06-4C8F-B31B-AC1009EB33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" y="1333500"/>
            <a:ext cx="2371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83887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083887"/>
                </a:solidFill>
                <a:latin typeface="Malgun Gothic"/>
                <a:ea typeface="Malgun Gothic"/>
                <a:cs typeface="Malgun Gothic"/>
              </a:rPr>
              <a:t>Yield Agent</a:t>
            </a:r>
          </a:p>
        </p:txBody>
      </p:sp>
      <p:sp>
        <p:nvSpPr>
          <p:cNvPr id="5" name="header__5">
            <a:extLst xmlns:a="http://schemas.openxmlformats.org/drawingml/2006/main">
              <a:ext uri="{FF2B5EF4-FFF2-40B4-BE49-F238E27FC236}">
                <a16:creationId xmlns:a16="http://schemas.microsoft.com/office/drawing/2014/main" id="{2CEF92AD-CE91-4E8D-9DAE-73F3A05942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33700" y="1362075"/>
            <a:ext cx="953" cy="447675"/>
          </a:xfrm>
          <a:custGeom xmlns:a="http://schemas.openxmlformats.org/drawingml/2006/main">
            <a:pathLst>
              <a:path w="953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8C3E1"/>
            </a:solidFill>
          </a:ln>
        </p:spPr>
      </p:sp>
      <p:sp>
        <p:nvSpPr>
          <p:cNvPr id="6" name="header__6">
            <a:extLst xmlns:a="http://schemas.openxmlformats.org/drawingml/2006/main">
              <a:ext uri="{FF2B5EF4-FFF2-40B4-BE49-F238E27FC236}">
                <a16:creationId xmlns:a16="http://schemas.microsoft.com/office/drawing/2014/main" id="{6C251A22-DA6D-4B71-ABFA-6E754CC18D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90875" y="1352550"/>
            <a:ext cx="1381125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header__7">
            <a:extLst xmlns:a="http://schemas.openxmlformats.org/drawingml/2006/main">
              <a:ext uri="{FF2B5EF4-FFF2-40B4-BE49-F238E27FC236}">
                <a16:creationId xmlns:a16="http://schemas.microsoft.com/office/drawing/2014/main" id="{5BC93CFF-2985-43A4-A5AE-ABA07D9F19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1381125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388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8388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header__8">
            <a:extLst xmlns:a="http://schemas.openxmlformats.org/drawingml/2006/main">
              <a:ext uri="{FF2B5EF4-FFF2-40B4-BE49-F238E27FC236}">
                <a16:creationId xmlns:a16="http://schemas.microsoft.com/office/drawing/2014/main" id="{31830EF4-1417-4C21-B6EA-CFA2ECF051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38575" y="1447800"/>
            <a:ext cx="70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10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91020"/>
                </a:solidFill>
                <a:latin typeface="Malgun Gothic"/>
                <a:ea typeface="Malgun Gothic"/>
                <a:cs typeface="Malgun Gothic"/>
              </a:rPr>
              <a:t>Agents</a:t>
            </a:r>
          </a:p>
        </p:txBody>
      </p:sp>
      <p:sp>
        <p:nvSpPr>
          <p:cNvPr id="9" name="header__9">
            <a:extLst xmlns:a="http://schemas.openxmlformats.org/drawingml/2006/main">
              <a:ext uri="{FF2B5EF4-FFF2-40B4-BE49-F238E27FC236}">
                <a16:creationId xmlns:a16="http://schemas.microsoft.com/office/drawing/2014/main" id="{D8108F00-1F17-410E-A8C4-B1BA9F1CDA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0" y="1352550"/>
            <a:ext cx="1381125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header__10">
            <a:extLst xmlns:a="http://schemas.openxmlformats.org/drawingml/2006/main">
              <a:ext uri="{FF2B5EF4-FFF2-40B4-BE49-F238E27FC236}">
                <a16:creationId xmlns:a16="http://schemas.microsoft.com/office/drawing/2014/main" id="{BCADBD47-18B0-426E-842A-1ABDCC63A7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24425" y="1381125"/>
            <a:ext cx="466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3887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8388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1" name="header__11">
            <a:extLst xmlns:a="http://schemas.openxmlformats.org/drawingml/2006/main">
              <a:ext uri="{FF2B5EF4-FFF2-40B4-BE49-F238E27FC236}">
                <a16:creationId xmlns:a16="http://schemas.microsoft.com/office/drawing/2014/main" id="{0A7D4346-B9B8-43F7-8586-E7224015A0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10200" y="1447800"/>
            <a:ext cx="70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910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91020"/>
                </a:solidFill>
                <a:latin typeface="Malgun Gothic"/>
                <a:ea typeface="Malgun Gothic"/>
                <a:cs typeface="Malgun Gothic"/>
              </a:rPr>
              <a:t>Tools</a:t>
            </a:r>
          </a:p>
        </p:txBody>
      </p:sp>
      <p:sp>
        <p:nvSpPr>
          <p:cNvPr id="12" name="header__12">
            <a:extLst xmlns:a="http://schemas.openxmlformats.org/drawingml/2006/main">
              <a:ext uri="{FF2B5EF4-FFF2-40B4-BE49-F238E27FC236}">
                <a16:creationId xmlns:a16="http://schemas.microsoft.com/office/drawing/2014/main" id="{08959B11-56BF-41A6-AD4C-F6FCA60A60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48450" y="1371600"/>
            <a:ext cx="409575" cy="4095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3887"/>
            </a:solidFill>
          </a:ln>
        </p:spPr>
      </p:sp>
      <p:sp>
        <p:nvSpPr>
          <p:cNvPr id="13" name="header__13">
            <a:extLst xmlns:a="http://schemas.openxmlformats.org/drawingml/2006/main">
              <a:ext uri="{FF2B5EF4-FFF2-40B4-BE49-F238E27FC236}">
                <a16:creationId xmlns:a16="http://schemas.microsoft.com/office/drawing/2014/main" id="{88FCAF50-64C9-481B-AF14-545C9B09A3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15125" y="1438275"/>
            <a:ext cx="276225" cy="2762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3887"/>
            </a:solidFill>
          </a:ln>
        </p:spPr>
      </p:sp>
      <p:sp>
        <p:nvSpPr>
          <p:cNvPr id="14" name="header__14">
            <a:extLst xmlns:a="http://schemas.openxmlformats.org/drawingml/2006/main">
              <a:ext uri="{FF2B5EF4-FFF2-40B4-BE49-F238E27FC236}">
                <a16:creationId xmlns:a16="http://schemas.microsoft.com/office/drawing/2014/main" id="{C0AF92AE-32D1-4EBA-B371-8C8BF7C73C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81800" y="1504950"/>
            <a:ext cx="142875" cy="142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3887"/>
            </a:solidFill>
          </a:ln>
        </p:spPr>
      </p:sp>
      <p:sp>
        <p:nvSpPr>
          <p:cNvPr id="15" name="header__15">
            <a:extLst xmlns:a="http://schemas.openxmlformats.org/drawingml/2006/main">
              <a:ext uri="{FF2B5EF4-FFF2-40B4-BE49-F238E27FC236}">
                <a16:creationId xmlns:a16="http://schemas.microsoft.com/office/drawing/2014/main" id="{8045CD33-33FF-4D91-B5BA-CB405FF8B5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58000" y="1362075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219075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3887"/>
            </a:solidFill>
          </a:ln>
        </p:spPr>
      </p:sp>
      <p:sp>
        <p:nvSpPr>
          <p:cNvPr id="16" name="header__16">
            <a:extLst xmlns:a="http://schemas.openxmlformats.org/drawingml/2006/main">
              <a:ext uri="{FF2B5EF4-FFF2-40B4-BE49-F238E27FC236}">
                <a16:creationId xmlns:a16="http://schemas.microsoft.com/office/drawing/2014/main" id="{E832F1A2-7D3B-4A14-88A8-65097D05BC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10400" y="1362075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0"/>
                </a:moveTo>
                <a:lnTo>
                  <a:pt x="66675" y="0"/>
                </a:lnTo>
                <a:lnTo>
                  <a:pt x="66675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3887"/>
            </a:solidFill>
          </a:ln>
        </p:spPr>
      </p:sp>
      <p:sp>
        <p:nvSpPr>
          <p:cNvPr id="17" name="header__17">
            <a:extLst xmlns:a="http://schemas.openxmlformats.org/drawingml/2006/main">
              <a:ext uri="{FF2B5EF4-FFF2-40B4-BE49-F238E27FC236}">
                <a16:creationId xmlns:a16="http://schemas.microsoft.com/office/drawing/2014/main" id="{755B1AB3-EC88-4688-A358-D789C5D0D9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210425" y="1371600"/>
            <a:ext cx="1381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rPr>
              <a:t>목표 해석</a:t>
            </a:r>
          </a:p>
        </p:txBody>
      </p:sp>
      <p:sp>
        <p:nvSpPr>
          <p:cNvPr id="18" name="header__18">
            <a:extLst xmlns:a="http://schemas.openxmlformats.org/drawingml/2006/main">
              <a:ext uri="{FF2B5EF4-FFF2-40B4-BE49-F238E27FC236}">
                <a16:creationId xmlns:a16="http://schemas.microsoft.com/office/drawing/2014/main" id="{95E0B9DC-7E0D-4457-B2B1-393F446C73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72500" y="1581150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19" name="header__19">
            <a:extLst xmlns:a="http://schemas.openxmlformats.org/drawingml/2006/main">
              <a:ext uri="{FF2B5EF4-FFF2-40B4-BE49-F238E27FC236}">
                <a16:creationId xmlns:a16="http://schemas.microsoft.com/office/drawing/2014/main" id="{EA6A581E-2C73-4EDD-92BD-02F1DA6689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63000" y="14954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20" name="header__20">
            <a:extLst xmlns:a="http://schemas.openxmlformats.org/drawingml/2006/main">
              <a:ext uri="{FF2B5EF4-FFF2-40B4-BE49-F238E27FC236}">
                <a16:creationId xmlns:a16="http://schemas.microsoft.com/office/drawing/2014/main" id="{3F997FB4-F051-4D03-9A10-7B24103AA0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15425" y="1381125"/>
            <a:ext cx="276225" cy="3905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83887"/>
            </a:solidFill>
          </a:ln>
        </p:spPr>
      </p:sp>
      <p:sp>
        <p:nvSpPr>
          <p:cNvPr id="21" name="header__21">
            <a:extLst xmlns:a="http://schemas.openxmlformats.org/drawingml/2006/main">
              <a:ext uri="{FF2B5EF4-FFF2-40B4-BE49-F238E27FC236}">
                <a16:creationId xmlns:a16="http://schemas.microsoft.com/office/drawing/2014/main" id="{E2200987-8E64-401E-BC8A-F1325B1809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10675" y="1476375"/>
            <a:ext cx="66675" cy="953"/>
          </a:xfrm>
          <a:custGeom xmlns:a="http://schemas.openxmlformats.org/drawingml/2006/main">
            <a:pathLst>
              <a:path w="66675" h="953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68ED4"/>
            </a:solidFill>
          </a:ln>
        </p:spPr>
      </p:sp>
      <p:sp>
        <p:nvSpPr>
          <p:cNvPr id="22" name="header__22">
            <a:extLst xmlns:a="http://schemas.openxmlformats.org/drawingml/2006/main">
              <a:ext uri="{FF2B5EF4-FFF2-40B4-BE49-F238E27FC236}">
                <a16:creationId xmlns:a16="http://schemas.microsoft.com/office/drawing/2014/main" id="{528CB4FE-512E-4116-89DE-44383DB058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01150" y="1543050"/>
            <a:ext cx="9525" cy="953"/>
          </a:xfrm>
          <a:custGeom xmlns:a="http://schemas.openxmlformats.org/drawingml/2006/main">
            <a:pathLst>
              <a:path w="9525" h="953">
                <a:moveTo>
                  <a:pt x="9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568ED4"/>
            </a:solidFill>
          </a:ln>
        </p:spPr>
      </p:sp>
      <p:sp>
        <p:nvSpPr>
          <p:cNvPr id="23" name="header__23">
            <a:extLst xmlns:a="http://schemas.openxmlformats.org/drawingml/2006/main">
              <a:ext uri="{FF2B5EF4-FFF2-40B4-BE49-F238E27FC236}">
                <a16:creationId xmlns:a16="http://schemas.microsoft.com/office/drawing/2014/main" id="{F0560B28-0CA2-4FA4-8D43-AD71E3E8B4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63050" y="15240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ED4"/>
          </a:solidFill>
          <a:ln xmlns:a="http://schemas.openxmlformats.org/drawingml/2006/main" w="0">
            <a:noFill/>
          </a:ln>
        </p:spPr>
      </p:sp>
      <p:sp>
        <p:nvSpPr>
          <p:cNvPr id="24" name="header__24">
            <a:extLst xmlns:a="http://schemas.openxmlformats.org/drawingml/2006/main">
              <a:ext uri="{FF2B5EF4-FFF2-40B4-BE49-F238E27FC236}">
                <a16:creationId xmlns:a16="http://schemas.microsoft.com/office/drawing/2014/main" id="{22BB4915-B25D-48FC-976E-E3CF37C62C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39250" y="1533525"/>
            <a:ext cx="95250" cy="95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68ED4"/>
            </a:solidFill>
          </a:ln>
        </p:spPr>
      </p:sp>
      <p:sp>
        <p:nvSpPr>
          <p:cNvPr id="25" name="header__25">
            <a:extLst xmlns:a="http://schemas.openxmlformats.org/drawingml/2006/main">
              <a:ext uri="{FF2B5EF4-FFF2-40B4-BE49-F238E27FC236}">
                <a16:creationId xmlns:a16="http://schemas.microsoft.com/office/drawing/2014/main" id="{59BA70F4-132A-450C-989A-A81E708578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63050" y="15906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ED4"/>
          </a:solidFill>
          <a:ln xmlns:a="http://schemas.openxmlformats.org/drawingml/2006/main" w="0">
            <a:noFill/>
          </a:ln>
        </p:spPr>
      </p:sp>
      <p:sp>
        <p:nvSpPr>
          <p:cNvPr id="26" name="header__26">
            <a:extLst xmlns:a="http://schemas.openxmlformats.org/drawingml/2006/main">
              <a:ext uri="{FF2B5EF4-FFF2-40B4-BE49-F238E27FC236}">
                <a16:creationId xmlns:a16="http://schemas.microsoft.com/office/drawing/2014/main" id="{FAD7E81A-71A5-42C1-A71D-B8909BB56C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39250" y="1600200"/>
            <a:ext cx="95250" cy="95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68ED4"/>
            </a:solidFill>
          </a:ln>
        </p:spPr>
      </p:sp>
      <p:sp>
        <p:nvSpPr>
          <p:cNvPr id="27" name="header__27">
            <a:extLst xmlns:a="http://schemas.openxmlformats.org/drawingml/2006/main">
              <a:ext uri="{FF2B5EF4-FFF2-40B4-BE49-F238E27FC236}">
                <a16:creationId xmlns:a16="http://schemas.microsoft.com/office/drawing/2014/main" id="{FD75CDFC-2695-47D8-BE26-1437CDEE05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63050" y="16573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ED4"/>
          </a:solidFill>
          <a:ln xmlns:a="http://schemas.openxmlformats.org/drawingml/2006/main" w="0">
            <a:noFill/>
          </a:ln>
        </p:spPr>
      </p:sp>
      <p:sp>
        <p:nvSpPr>
          <p:cNvPr id="28" name="header__28">
            <a:extLst xmlns:a="http://schemas.openxmlformats.org/drawingml/2006/main">
              <a:ext uri="{FF2B5EF4-FFF2-40B4-BE49-F238E27FC236}">
                <a16:creationId xmlns:a16="http://schemas.microsoft.com/office/drawing/2014/main" id="{F3B76B24-85B3-40E8-947B-C819000A0C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39250" y="1666875"/>
            <a:ext cx="95250" cy="953"/>
          </a:xfrm>
          <a:custGeom xmlns:a="http://schemas.openxmlformats.org/drawingml/2006/main">
            <a:pathLst>
              <a:path w="95250" h="953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68ED4"/>
            </a:solidFill>
          </a:ln>
        </p:spPr>
      </p:sp>
      <p:sp>
        <p:nvSpPr>
          <p:cNvPr id="29" name="header__29">
            <a:extLst xmlns:a="http://schemas.openxmlformats.org/drawingml/2006/main">
              <a:ext uri="{FF2B5EF4-FFF2-40B4-BE49-F238E27FC236}">
                <a16:creationId xmlns:a16="http://schemas.microsoft.com/office/drawing/2014/main" id="{39E40150-28EE-4AFE-9351-E4B0D543B5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591675" y="1371600"/>
            <a:ext cx="1400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rPr>
              <a:t>분석 계획</a:t>
            </a:r>
          </a:p>
        </p:txBody>
      </p:sp>
      <p:sp>
        <p:nvSpPr>
          <p:cNvPr id="30" name="header__30">
            <a:extLst xmlns:a="http://schemas.openxmlformats.org/drawingml/2006/main">
              <a:ext uri="{FF2B5EF4-FFF2-40B4-BE49-F238E27FC236}">
                <a16:creationId xmlns:a16="http://schemas.microsoft.com/office/drawing/2014/main" id="{F484CD05-5048-40CA-B11E-B09E939285A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63275" y="1581150"/>
            <a:ext cx="285750" cy="953"/>
          </a:xfrm>
          <a:custGeom xmlns:a="http://schemas.openxmlformats.org/drawingml/2006/main"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31" name="header__31">
            <a:extLst xmlns:a="http://schemas.openxmlformats.org/drawingml/2006/main">
              <a:ext uri="{FF2B5EF4-FFF2-40B4-BE49-F238E27FC236}">
                <a16:creationId xmlns:a16="http://schemas.microsoft.com/office/drawing/2014/main" id="{90F22518-E09D-47CA-B8D7-68299EE262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63300" y="14954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32" name="header__32">
            <a:extLst xmlns:a="http://schemas.openxmlformats.org/drawingml/2006/main">
              <a:ext uri="{FF2B5EF4-FFF2-40B4-BE49-F238E27FC236}">
                <a16:creationId xmlns:a16="http://schemas.microsoft.com/office/drawing/2014/main" id="{04DEF156-F5AD-4F69-BCEE-245DA85F63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87175" y="138112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83887"/>
            </a:solidFill>
          </a:ln>
        </p:spPr>
      </p:sp>
      <p:sp>
        <p:nvSpPr>
          <p:cNvPr id="33" name="header__33">
            <a:extLst xmlns:a="http://schemas.openxmlformats.org/drawingml/2006/main">
              <a:ext uri="{FF2B5EF4-FFF2-40B4-BE49-F238E27FC236}">
                <a16:creationId xmlns:a16="http://schemas.microsoft.com/office/drawing/2014/main" id="{3CF3132E-DFA6-43A3-9D93-B0A4EA3DDE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06200" y="1466850"/>
            <a:ext cx="123825" cy="1238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83887"/>
            </a:solidFill>
          </a:ln>
        </p:spPr>
      </p:sp>
      <p:sp>
        <p:nvSpPr>
          <p:cNvPr id="34" name="header__34">
            <a:extLst xmlns:a="http://schemas.openxmlformats.org/drawingml/2006/main">
              <a:ext uri="{FF2B5EF4-FFF2-40B4-BE49-F238E27FC236}">
                <a16:creationId xmlns:a16="http://schemas.microsoft.com/office/drawing/2014/main" id="{E68DCA76-8B54-4C46-8DB5-3D8CB242EE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96725" y="1466850"/>
            <a:ext cx="123825" cy="1238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83887"/>
            </a:solidFill>
          </a:ln>
        </p:spPr>
      </p:sp>
      <p:sp>
        <p:nvSpPr>
          <p:cNvPr id="35" name="header__35">
            <a:extLst xmlns:a="http://schemas.openxmlformats.org/drawingml/2006/main">
              <a:ext uri="{FF2B5EF4-FFF2-40B4-BE49-F238E27FC236}">
                <a16:creationId xmlns:a16="http://schemas.microsoft.com/office/drawing/2014/main" id="{E45CC958-0E45-4691-9705-7C670EAC9C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91925" y="1581150"/>
            <a:ext cx="342900" cy="180975"/>
          </a:xfrm>
          <a:custGeom xmlns:a="http://schemas.openxmlformats.org/drawingml/2006/main">
            <a:pathLst>
              <a:path w="342900" h="180975">
                <a:moveTo>
                  <a:pt x="0" y="180975"/>
                </a:moveTo>
                <a:lnTo>
                  <a:pt x="0" y="95250"/>
                </a:lnTo>
                <a:lnTo>
                  <a:pt x="76200" y="0"/>
                </a:lnTo>
                <a:lnTo>
                  <a:pt x="257175" y="0"/>
                </a:lnTo>
                <a:lnTo>
                  <a:pt x="342900" y="95250"/>
                </a:lnTo>
                <a:lnTo>
                  <a:pt x="342900" y="1809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3887"/>
            </a:solidFill>
          </a:ln>
        </p:spPr>
      </p:sp>
      <p:sp>
        <p:nvSpPr>
          <p:cNvPr id="36" name="header__36">
            <a:extLst xmlns:a="http://schemas.openxmlformats.org/drawingml/2006/main">
              <a:ext uri="{FF2B5EF4-FFF2-40B4-BE49-F238E27FC236}">
                <a16:creationId xmlns:a16="http://schemas.microsoft.com/office/drawing/2014/main" id="{E87003D7-B486-42EF-808F-67CCD9DF94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96675" y="1609725"/>
            <a:ext cx="114300" cy="152400"/>
          </a:xfrm>
          <a:custGeom xmlns:a="http://schemas.openxmlformats.org/drawingml/2006/main">
            <a:pathLst>
              <a:path w="114300" h="152400">
                <a:moveTo>
                  <a:pt x="0" y="152400"/>
                </a:moveTo>
                <a:lnTo>
                  <a:pt x="0" y="57150"/>
                </a:lnTo>
                <a:lnTo>
                  <a:pt x="76200" y="0"/>
                </a:lnTo>
                <a:lnTo>
                  <a:pt x="11430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83887"/>
            </a:solidFill>
          </a:ln>
        </p:spPr>
      </p:sp>
      <p:sp>
        <p:nvSpPr>
          <p:cNvPr id="37" name="header__37">
            <a:extLst xmlns:a="http://schemas.openxmlformats.org/drawingml/2006/main">
              <a:ext uri="{FF2B5EF4-FFF2-40B4-BE49-F238E27FC236}">
                <a16:creationId xmlns:a16="http://schemas.microsoft.com/office/drawing/2014/main" id="{C3035568-3C8F-46B9-902C-9EC20A367D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15775" y="1609725"/>
            <a:ext cx="104775" cy="152400"/>
          </a:xfrm>
          <a:custGeom xmlns:a="http://schemas.openxmlformats.org/drawingml/2006/main">
            <a:pathLst>
              <a:path w="104775" h="152400">
                <a:moveTo>
                  <a:pt x="104775" y="152400"/>
                </a:moveTo>
                <a:lnTo>
                  <a:pt x="104775" y="57150"/>
                </a:lnTo>
                <a:lnTo>
                  <a:pt x="28575" y="0"/>
                </a:ln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083887"/>
            </a:solidFill>
          </a:ln>
        </p:spPr>
      </p:sp>
      <p:sp>
        <p:nvSpPr>
          <p:cNvPr id="38" name="header__38">
            <a:extLst xmlns:a="http://schemas.openxmlformats.org/drawingml/2006/main">
              <a:ext uri="{FF2B5EF4-FFF2-40B4-BE49-F238E27FC236}">
                <a16:creationId xmlns:a16="http://schemas.microsoft.com/office/drawing/2014/main" id="{A5DF347C-090C-4B05-B460-E2D641D71C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92000" y="1371600"/>
            <a:ext cx="2657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388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3887"/>
                </a:solidFill>
                <a:latin typeface="Malgun Gothic"/>
                <a:ea typeface="Malgun Gothic"/>
                <a:cs typeface="Malgun Gothic"/>
              </a:rPr>
              <a:t>Agent·Tool 선택·조합</a:t>
            </a:r>
          </a:p>
        </p:txBody>
      </p:sp>
      <p:sp>
        <p:nvSpPr>
          <p:cNvPr id="39" name="header__39">
            <a:extLst xmlns:a="http://schemas.openxmlformats.org/drawingml/2006/main">
              <a:ext uri="{FF2B5EF4-FFF2-40B4-BE49-F238E27FC236}">
                <a16:creationId xmlns:a16="http://schemas.microsoft.com/office/drawing/2014/main" id="{E2F31152-F5DE-47F4-BE67-621E3C0A8E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25250" y="20478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D9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37D9E"/>
                </a:solidFill>
                <a:latin typeface="Malgun Gothic"/>
                <a:ea typeface="Malgun Gothic"/>
                <a:cs typeface="Malgun Gothic"/>
              </a:rPr>
              <a:t>목표별 Agent 조합 예시</a:t>
            </a:r>
          </a:p>
        </p:txBody>
      </p:sp>
      <p:sp>
        <p:nvSpPr>
          <p:cNvPr id="40" name="row1_base__40">
            <a:extLst xmlns:a="http://schemas.openxmlformats.org/drawingml/2006/main">
              <a:ext uri="{FF2B5EF4-FFF2-40B4-BE49-F238E27FC236}">
                <a16:creationId xmlns:a16="http://schemas.microsoft.com/office/drawing/2014/main" id="{28CC0230-5396-4AA9-B13B-ABDF9D9D20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" y="2314575"/>
            <a:ext cx="1466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41" name="row1_base__41">
            <a:extLst xmlns:a="http://schemas.openxmlformats.org/drawingml/2006/main">
              <a:ext uri="{FF2B5EF4-FFF2-40B4-BE49-F238E27FC236}">
                <a16:creationId xmlns:a16="http://schemas.microsoft.com/office/drawing/2014/main" id="{26E0DC6C-72EF-49B5-9C98-A6A6A4284E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4825" y="24955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68ED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68ED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2" name="row1_base__42">
            <a:extLst xmlns:a="http://schemas.openxmlformats.org/drawingml/2006/main">
              <a:ext uri="{FF2B5EF4-FFF2-40B4-BE49-F238E27FC236}">
                <a16:creationId xmlns:a16="http://schemas.microsoft.com/office/drawing/2014/main" id="{7B538238-9054-4AF6-BB76-E72D3B27E4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4825" y="28860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rPr>
              <a:t>수율 모니터링</a:t>
            </a:r>
          </a:p>
        </p:txBody>
      </p:sp>
      <p:grpSp>
        <p:nvGrpSpPr>
          <p:cNvPr id="10000" name="row1_card1"/>
          <p:cNvGrpSpPr/>
          <p:nvPr/>
        </p:nvGrpSpPr>
        <p:grpSpPr>
          <ns1:xfrm xmlns:ns1="http://schemas.openxmlformats.org/drawingml/2006/main">
            <ns1:off x="2857500" y="2438400"/>
            <ns1:ext cx="2514600" cy="1104900"/>
            <ns1:chOff x="2857500" y="2438400"/>
            <ns1:chExt cx="2514600" cy="1104900"/>
          </ns1:xfrm>
        </p:grpSpPr>
        <p:sp>
          <p:nvSpPr>
            <p:cNvPr id="43" name="row1_card1__43">
              <a:extLst xmlns:a="http://schemas.openxmlformats.org/drawingml/2006/main">
                <a:ext uri="{FF2B5EF4-FFF2-40B4-BE49-F238E27FC236}">
                  <a16:creationId xmlns:a16="http://schemas.microsoft.com/office/drawing/2014/main" id="{4FA5AB69-B52C-479E-826B-0D1A4DCFFA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0" y="24384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44" name="row1_card1__44">
              <a:extLst xmlns:a="http://schemas.openxmlformats.org/drawingml/2006/main">
                <a:ext uri="{FF2B5EF4-FFF2-40B4-BE49-F238E27FC236}">
                  <a16:creationId xmlns:a16="http://schemas.microsoft.com/office/drawing/2014/main" id="{1225AB78-7C63-4E75-8733-420C8F07C7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38575" y="2543175"/>
              <a:ext cx="552450" cy="647700"/>
            </a:xfrm>
            <a:prstGeom xmlns:a="http://schemas.openxmlformats.org/drawingml/2006/main" prst="roundRect">
              <a:avLst>
                <a:gd name="adj" fmla="val 1379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7145">
              <a:solidFill>
                <a:srgbClr val="083887"/>
              </a:solidFill>
            </a:ln>
          </p:spPr>
        </p:sp>
        <p:sp>
          <p:nvSpPr>
            <p:cNvPr id="45" name="row1_card1__45">
              <a:extLst xmlns:a="http://schemas.openxmlformats.org/drawingml/2006/main">
                <a:ext uri="{FF2B5EF4-FFF2-40B4-BE49-F238E27FC236}">
                  <a16:creationId xmlns:a16="http://schemas.microsoft.com/office/drawing/2014/main" id="{98D57B6C-5F02-4345-A0F8-2BBAD4C40A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33825" y="2638425"/>
              <a:ext cx="342900" cy="953"/>
            </a:xfrm>
            <a:custGeom xmlns:a="http://schemas.openxmlformats.org/drawingml/2006/main">
              <a:pathLst>
                <a:path w="342900" h="953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568ED4"/>
              </a:solidFill>
            </a:ln>
          </p:spPr>
        </p:sp>
        <p:sp>
          <p:nvSpPr>
            <p:cNvPr id="46" name="row1_card1__46">
              <a:extLst xmlns:a="http://schemas.openxmlformats.org/drawingml/2006/main">
                <a:ext uri="{FF2B5EF4-FFF2-40B4-BE49-F238E27FC236}">
                  <a16:creationId xmlns:a16="http://schemas.microsoft.com/office/drawing/2014/main" id="{A69F956A-9D97-4747-A77D-1F95C71044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33825" y="2705100"/>
              <a:ext cx="266700" cy="953"/>
            </a:xfrm>
            <a:custGeom xmlns:a="http://schemas.openxmlformats.org/drawingml/2006/main">
              <a:pathLst>
                <a:path w="266700" h="953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568ED4"/>
              </a:solidFill>
            </a:ln>
          </p:spPr>
        </p:sp>
        <p:sp>
          <p:nvSpPr>
            <p:cNvPr id="47" name="row1_card1__47">
              <a:extLst xmlns:a="http://schemas.openxmlformats.org/drawingml/2006/main">
                <a:ext uri="{FF2B5EF4-FFF2-40B4-BE49-F238E27FC236}">
                  <a16:creationId xmlns:a16="http://schemas.microsoft.com/office/drawing/2014/main" id="{3B94BAD7-6BDF-4CBD-8811-B84FC17C05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43350" y="3086100"/>
              <a:ext cx="66675" cy="762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48" name="row1_card1__48">
              <a:extLst xmlns:a="http://schemas.openxmlformats.org/drawingml/2006/main">
                <a:ext uri="{FF2B5EF4-FFF2-40B4-BE49-F238E27FC236}">
                  <a16:creationId xmlns:a16="http://schemas.microsoft.com/office/drawing/2014/main" id="{646D5AD5-95CE-4FF7-A2EA-EAF4E05111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38600" y="3009900"/>
              <a:ext cx="66675" cy="152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49" name="row1_card1__49">
              <a:extLst xmlns:a="http://schemas.openxmlformats.org/drawingml/2006/main">
                <a:ext uri="{FF2B5EF4-FFF2-40B4-BE49-F238E27FC236}">
                  <a16:creationId xmlns:a16="http://schemas.microsoft.com/office/drawing/2014/main" id="{DF0EE419-1E6B-4F1A-9D96-B3B26DCB39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3850" y="2933700"/>
              <a:ext cx="66675" cy="2286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50" name="row1_card1__50">
              <a:extLst xmlns:a="http://schemas.openxmlformats.org/drawingml/2006/main">
                <a:ext uri="{FF2B5EF4-FFF2-40B4-BE49-F238E27FC236}">
                  <a16:creationId xmlns:a16="http://schemas.microsoft.com/office/drawing/2014/main" id="{DA32AD12-586B-4B77-AF53-AB5C4BC60F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9100" y="2857500"/>
              <a:ext cx="66675" cy="3048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51" name="row1_card1__51">
              <a:extLst xmlns:a="http://schemas.openxmlformats.org/drawingml/2006/main">
                <a:ext uri="{FF2B5EF4-FFF2-40B4-BE49-F238E27FC236}">
                  <a16:creationId xmlns:a16="http://schemas.microsoft.com/office/drawing/2014/main" id="{8AADCEC1-F78D-418B-ACCE-4A54B9A541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05125" y="32194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수율일보</a:t>
              </a:r>
            </a:p>
          </p:txBody>
        </p:sp>
      </p:grpSp>
      <p:sp>
        <p:nvSpPr>
          <p:cNvPr id="52" name="row1_arrows__52">
            <a:extLst xmlns:a="http://schemas.openxmlformats.org/drawingml/2006/main">
              <a:ext uri="{FF2B5EF4-FFF2-40B4-BE49-F238E27FC236}">
                <a16:creationId xmlns:a16="http://schemas.microsoft.com/office/drawing/2014/main" id="{02F9475E-8D72-4B03-BCE0-5314C9DA1C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34025" y="29908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53" name="row1_arrows__53">
            <a:extLst xmlns:a="http://schemas.openxmlformats.org/drawingml/2006/main">
              <a:ext uri="{FF2B5EF4-FFF2-40B4-BE49-F238E27FC236}">
                <a16:creationId xmlns:a16="http://schemas.microsoft.com/office/drawing/2014/main" id="{EF8E0809-7E4D-44ED-9A06-1985E8D513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0" y="29051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grpSp>
        <p:nvGrpSpPr>
          <p:cNvPr id="10001" name="row1_card2"/>
          <p:cNvGrpSpPr/>
          <p:nvPr/>
        </p:nvGrpSpPr>
        <p:grpSpPr>
          <ns1:xfrm xmlns:ns1="http://schemas.openxmlformats.org/drawingml/2006/main">
            <ns1:off x="6019800" y="2438400"/>
            <ns1:ext cx="2514600" cy="1104900"/>
            <ns1:chOff x="6019800" y="2438400"/>
            <ns1:chExt cx="2514600" cy="1104900"/>
          </ns1:xfrm>
        </p:grpSpPr>
        <p:sp>
          <p:nvSpPr>
            <p:cNvPr id="54" name="row1_card2__54">
              <a:extLst xmlns:a="http://schemas.openxmlformats.org/drawingml/2006/main">
                <a:ext uri="{FF2B5EF4-FFF2-40B4-BE49-F238E27FC236}">
                  <a16:creationId xmlns:a16="http://schemas.microsoft.com/office/drawing/2014/main" id="{6E530191-11F8-4C73-9FA8-BA05B24FD7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19800" y="24384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55" name="row1_card2__55">
              <a:extLst xmlns:a="http://schemas.openxmlformats.org/drawingml/2006/main">
                <a:ext uri="{FF2B5EF4-FFF2-40B4-BE49-F238E27FC236}">
                  <a16:creationId xmlns:a16="http://schemas.microsoft.com/office/drawing/2014/main" id="{A245820B-6EF4-4D69-953D-CAC842B6C0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57975" y="2543175"/>
              <a:ext cx="953" cy="638175"/>
            </a:xfrm>
            <a:custGeom xmlns:a="http://schemas.openxmlformats.org/drawingml/2006/main">
              <a:pathLst>
                <a:path w="953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5240">
              <a:solidFill>
                <a:srgbClr val="D6E4F4"/>
              </a:solidFill>
            </a:ln>
          </p:spPr>
        </p:sp>
        <p:sp>
          <p:nvSpPr>
            <p:cNvPr id="56" name="row1_card2__56">
              <a:extLst xmlns:a="http://schemas.openxmlformats.org/drawingml/2006/main">
                <a:ext uri="{FF2B5EF4-FFF2-40B4-BE49-F238E27FC236}">
                  <a16:creationId xmlns:a16="http://schemas.microsoft.com/office/drawing/2014/main" id="{87570DE9-2742-4691-A5B5-A070B20975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57975" y="3181350"/>
              <a:ext cx="1238250" cy="953"/>
            </a:xfrm>
            <a:custGeom xmlns:a="http://schemas.openxmlformats.org/drawingml/2006/main">
              <a:pathLst>
                <a:path w="1238250" h="953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5240">
              <a:solidFill>
                <a:srgbClr val="D6E4F4"/>
              </a:solidFill>
            </a:ln>
          </p:spPr>
        </p:sp>
        <p:sp>
          <p:nvSpPr>
            <p:cNvPr id="57" name="row1_card2__57">
              <a:extLst xmlns:a="http://schemas.openxmlformats.org/drawingml/2006/main">
                <a:ext uri="{FF2B5EF4-FFF2-40B4-BE49-F238E27FC236}">
                  <a16:creationId xmlns:a16="http://schemas.microsoft.com/office/drawing/2014/main" id="{5E3C8F9C-5D67-428C-8423-C07473443D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34175" y="2688431"/>
              <a:ext cx="1066800" cy="303847"/>
            </a:xfrm>
            <a:custGeom xmlns:a="http://schemas.openxmlformats.org/drawingml/2006/main">
              <a:pathLst>
                <a:path w="1066800" h="303847">
                  <a:moveTo>
                    <a:pt x="0" y="303847"/>
                  </a:moveTo>
                  <a:lnTo>
                    <a:pt x="177800" y="183356"/>
                  </a:lnTo>
                  <a:lnTo>
                    <a:pt x="355600" y="267176"/>
                  </a:lnTo>
                  <a:lnTo>
                    <a:pt x="533400" y="0"/>
                  </a:lnTo>
                  <a:lnTo>
                    <a:pt x="711200" y="225266"/>
                  </a:lnTo>
                  <a:lnTo>
                    <a:pt x="889000" y="125730"/>
                  </a:lnTo>
                  <a:lnTo>
                    <a:pt x="1066800" y="172879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083887"/>
              </a:solidFill>
            </a:ln>
          </p:spPr>
        </p:sp>
        <p:sp>
          <p:nvSpPr>
            <p:cNvPr id="58" name="row1_card2__58">
              <a:extLst xmlns:a="http://schemas.openxmlformats.org/drawingml/2006/main">
                <a:ext uri="{FF2B5EF4-FFF2-40B4-BE49-F238E27FC236}">
                  <a16:creationId xmlns:a16="http://schemas.microsoft.com/office/drawing/2014/main" id="{E911424E-BAE9-4E5D-BD07-4EA27978BB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05600" y="2963704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59" name="row1_card2__59">
              <a:extLst xmlns:a="http://schemas.openxmlformats.org/drawingml/2006/main">
                <a:ext uri="{FF2B5EF4-FFF2-40B4-BE49-F238E27FC236}">
                  <a16:creationId xmlns:a16="http://schemas.microsoft.com/office/drawing/2014/main" id="{80BB3D47-32B7-47E6-92E2-906E3E129B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83400" y="2843213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60" name="row1_card2__60">
              <a:extLst xmlns:a="http://schemas.openxmlformats.org/drawingml/2006/main">
                <a:ext uri="{FF2B5EF4-FFF2-40B4-BE49-F238E27FC236}">
                  <a16:creationId xmlns:a16="http://schemas.microsoft.com/office/drawing/2014/main" id="{E2B37B67-4681-450A-8FB0-9A4108701A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1200" y="2927033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61" name="row1_card2__61">
              <a:extLst xmlns:a="http://schemas.openxmlformats.org/drawingml/2006/main">
                <a:ext uri="{FF2B5EF4-FFF2-40B4-BE49-F238E27FC236}">
                  <a16:creationId xmlns:a16="http://schemas.microsoft.com/office/drawing/2014/main" id="{42DB675A-A7BE-423C-9B7A-F6C9596FBD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0" y="2659856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62" name="row1_card2__62">
              <a:extLst xmlns:a="http://schemas.openxmlformats.org/drawingml/2006/main">
                <a:ext uri="{FF2B5EF4-FFF2-40B4-BE49-F238E27FC236}">
                  <a16:creationId xmlns:a16="http://schemas.microsoft.com/office/drawing/2014/main" id="{C2807DA5-CE67-4040-B738-FC0796AF9C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16800" y="2885123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63" name="row1_card2__63">
              <a:extLst xmlns:a="http://schemas.openxmlformats.org/drawingml/2006/main">
                <a:ext uri="{FF2B5EF4-FFF2-40B4-BE49-F238E27FC236}">
                  <a16:creationId xmlns:a16="http://schemas.microsoft.com/office/drawing/2014/main" id="{C0052FA7-3349-4AF2-8555-B617497521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94600" y="2785586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64" name="row1_card2__64">
              <a:extLst xmlns:a="http://schemas.openxmlformats.org/drawingml/2006/main">
                <a:ext uri="{FF2B5EF4-FFF2-40B4-BE49-F238E27FC236}">
                  <a16:creationId xmlns:a16="http://schemas.microsoft.com/office/drawing/2014/main" id="{389A36CA-38E9-4614-845B-2ADC993077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72400" y="2832735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65" name="row1_card2__65">
              <a:extLst xmlns:a="http://schemas.openxmlformats.org/drawingml/2006/main">
                <a:ext uri="{FF2B5EF4-FFF2-40B4-BE49-F238E27FC236}">
                  <a16:creationId xmlns:a16="http://schemas.microsoft.com/office/drawing/2014/main" id="{78AE3B8E-3AA8-45B6-9F18-077EA51045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05650" y="2526506"/>
              <a:ext cx="323850" cy="323850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EC3343"/>
              </a:solidFill>
            </a:ln>
          </p:spPr>
        </p:sp>
        <p:sp>
          <p:nvSpPr>
            <p:cNvPr id="66" name="row1_card2__66">
              <a:extLst xmlns:a="http://schemas.openxmlformats.org/drawingml/2006/main">
                <a:ext uri="{FF2B5EF4-FFF2-40B4-BE49-F238E27FC236}">
                  <a16:creationId xmlns:a16="http://schemas.microsoft.com/office/drawing/2014/main" id="{B7128B8C-B456-4478-8840-CD8F4F1234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67425" y="32194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이상감지</a:t>
              </a:r>
            </a:p>
          </p:txBody>
        </p:sp>
      </p:grpSp>
      <p:sp>
        <p:nvSpPr>
          <p:cNvPr id="67" name="row1_arrows__67">
            <a:extLst xmlns:a="http://schemas.openxmlformats.org/drawingml/2006/main">
              <a:ext uri="{FF2B5EF4-FFF2-40B4-BE49-F238E27FC236}">
                <a16:creationId xmlns:a16="http://schemas.microsoft.com/office/drawing/2014/main" id="{1950C61C-56B2-4FA9-A587-DC3FCC2A59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96325" y="29908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68" name="row1_arrows__68">
            <a:extLst xmlns:a="http://schemas.openxmlformats.org/drawingml/2006/main">
              <a:ext uri="{FF2B5EF4-FFF2-40B4-BE49-F238E27FC236}">
                <a16:creationId xmlns:a16="http://schemas.microsoft.com/office/drawing/2014/main" id="{96E86412-6F07-4596-A148-85B636C93A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77300" y="29051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grpSp>
        <p:nvGrpSpPr>
          <p:cNvPr id="10002" name="row1_card3"/>
          <p:cNvGrpSpPr/>
          <p:nvPr/>
        </p:nvGrpSpPr>
        <p:grpSpPr>
          <ns1:xfrm xmlns:ns1="http://schemas.openxmlformats.org/drawingml/2006/main">
            <ns1:off x="9182100" y="2438400"/>
            <ns1:ext cx="2514600" cy="1104900"/>
            <ns1:chOff x="9182100" y="2438400"/>
            <ns1:chExt cx="2514600" cy="1104900"/>
          </ns1:xfrm>
        </p:grpSpPr>
        <p:sp>
          <p:nvSpPr>
            <p:cNvPr id="69" name="row1_card3__69">
              <a:extLst xmlns:a="http://schemas.openxmlformats.org/drawingml/2006/main">
                <a:ext uri="{FF2B5EF4-FFF2-40B4-BE49-F238E27FC236}">
                  <a16:creationId xmlns:a16="http://schemas.microsoft.com/office/drawing/2014/main" id="{677AD77D-686C-450B-827D-9A6E3120ED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82100" y="24384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70" name="row1_card3__70">
              <a:extLst xmlns:a="http://schemas.openxmlformats.org/drawingml/2006/main">
                <a:ext uri="{FF2B5EF4-FFF2-40B4-BE49-F238E27FC236}">
                  <a16:creationId xmlns:a16="http://schemas.microsoft.com/office/drawing/2014/main" id="{EDDF4ABC-EA9B-4A95-9614-8751ACBDBD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96500" y="2533650"/>
              <a:ext cx="704850" cy="7048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083887"/>
              </a:solidFill>
            </a:ln>
          </p:spPr>
        </p:sp>
        <p:sp>
          <p:nvSpPr>
            <p:cNvPr id="71" name="row1_card3__71">
              <a:extLst xmlns:a="http://schemas.openxmlformats.org/drawingml/2006/main">
                <a:ext uri="{FF2B5EF4-FFF2-40B4-BE49-F238E27FC236}">
                  <a16:creationId xmlns:a16="http://schemas.microsoft.com/office/drawing/2014/main" id="{D50B9B2E-E00E-47FA-A5A4-85A35A030A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45056" y="28171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72" name="row1_card3__72">
              <a:extLst xmlns:a="http://schemas.openxmlformats.org/drawingml/2006/main">
                <a:ext uri="{FF2B5EF4-FFF2-40B4-BE49-F238E27FC236}">
                  <a16:creationId xmlns:a16="http://schemas.microsoft.com/office/drawing/2014/main" id="{2C7A73E0-2F41-4FD3-89FB-B8D517B3AC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45056" y="28954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73" name="row1_card3__73">
              <a:extLst xmlns:a="http://schemas.openxmlformats.org/drawingml/2006/main">
                <a:ext uri="{FF2B5EF4-FFF2-40B4-BE49-F238E27FC236}">
                  <a16:creationId xmlns:a16="http://schemas.microsoft.com/office/drawing/2014/main" id="{83E9F254-AC61-48CF-9D08-10B5FA38C2A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26605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74" name="row1_card3__74">
              <a:extLst xmlns:a="http://schemas.openxmlformats.org/drawingml/2006/main">
                <a:ext uri="{FF2B5EF4-FFF2-40B4-BE49-F238E27FC236}">
                  <a16:creationId xmlns:a16="http://schemas.microsoft.com/office/drawing/2014/main" id="{D8DA5439-3C3D-47F1-9244-F94D79916E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27388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75" name="row1_card3__75">
              <a:extLst xmlns:a="http://schemas.openxmlformats.org/drawingml/2006/main">
                <a:ext uri="{FF2B5EF4-FFF2-40B4-BE49-F238E27FC236}">
                  <a16:creationId xmlns:a16="http://schemas.microsoft.com/office/drawing/2014/main" id="{7F5E2FFD-6C71-4B57-8D53-4A6447DABE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28171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76" name="row1_card3__76">
              <a:extLst xmlns:a="http://schemas.openxmlformats.org/drawingml/2006/main">
                <a:ext uri="{FF2B5EF4-FFF2-40B4-BE49-F238E27FC236}">
                  <a16:creationId xmlns:a16="http://schemas.microsoft.com/office/drawing/2014/main" id="{14E2E785-24BB-4793-810C-A207830A35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28954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77" name="row1_card3__77">
              <a:extLst xmlns:a="http://schemas.openxmlformats.org/drawingml/2006/main">
                <a:ext uri="{FF2B5EF4-FFF2-40B4-BE49-F238E27FC236}">
                  <a16:creationId xmlns:a16="http://schemas.microsoft.com/office/drawing/2014/main" id="{72AF61CC-C8F2-4252-AA72-F3A4E15538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29737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78" name="row1_card3__78">
              <a:extLst xmlns:a="http://schemas.openxmlformats.org/drawingml/2006/main">
                <a:ext uri="{FF2B5EF4-FFF2-40B4-BE49-F238E27FC236}">
                  <a16:creationId xmlns:a16="http://schemas.microsoft.com/office/drawing/2014/main" id="{0304EF28-07DC-4383-A2F0-EEC1A8D8C2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30521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79" name="row1_card3__79">
              <a:extLst xmlns:a="http://schemas.openxmlformats.org/drawingml/2006/main">
                <a:ext uri="{FF2B5EF4-FFF2-40B4-BE49-F238E27FC236}">
                  <a16:creationId xmlns:a16="http://schemas.microsoft.com/office/drawing/2014/main" id="{EA8E4C9A-A549-494D-88E3-A6E0D45BEB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26605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80" name="row1_card3__80">
              <a:extLst xmlns:a="http://schemas.openxmlformats.org/drawingml/2006/main">
                <a:ext uri="{FF2B5EF4-FFF2-40B4-BE49-F238E27FC236}">
                  <a16:creationId xmlns:a16="http://schemas.microsoft.com/office/drawing/2014/main" id="{083C6DD1-9C3F-4501-B4B0-452448D44B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27388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81" name="row1_card3__81">
              <a:extLst xmlns:a="http://schemas.openxmlformats.org/drawingml/2006/main">
                <a:ext uri="{FF2B5EF4-FFF2-40B4-BE49-F238E27FC236}">
                  <a16:creationId xmlns:a16="http://schemas.microsoft.com/office/drawing/2014/main" id="{A798971F-491A-487B-B158-5849CB85FC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28171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82" name="row1_card3__82">
              <a:extLst xmlns:a="http://schemas.openxmlformats.org/drawingml/2006/main">
                <a:ext uri="{FF2B5EF4-FFF2-40B4-BE49-F238E27FC236}">
                  <a16:creationId xmlns:a16="http://schemas.microsoft.com/office/drawing/2014/main" id="{4959B1B9-90AB-48B1-A5D6-15F05C8B9C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28954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83" name="row1_card3__83">
              <a:extLst xmlns:a="http://schemas.openxmlformats.org/drawingml/2006/main">
                <a:ext uri="{FF2B5EF4-FFF2-40B4-BE49-F238E27FC236}">
                  <a16:creationId xmlns:a16="http://schemas.microsoft.com/office/drawing/2014/main" id="{0B213CCE-D2B3-4B06-AC89-C1AD319A34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29737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84" name="row1_card3__84">
              <a:extLst xmlns:a="http://schemas.openxmlformats.org/drawingml/2006/main">
                <a:ext uri="{FF2B5EF4-FFF2-40B4-BE49-F238E27FC236}">
                  <a16:creationId xmlns:a16="http://schemas.microsoft.com/office/drawing/2014/main" id="{DBC25E03-71DA-4FF6-9D17-852CA7B3C1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30521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85" name="row1_card3__85">
              <a:extLst xmlns:a="http://schemas.openxmlformats.org/drawingml/2006/main">
                <a:ext uri="{FF2B5EF4-FFF2-40B4-BE49-F238E27FC236}">
                  <a16:creationId xmlns:a16="http://schemas.microsoft.com/office/drawing/2014/main" id="{993562A4-C3BA-4BCE-9250-D6432D67A1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25822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86" name="row1_card3__86">
              <a:extLst xmlns:a="http://schemas.openxmlformats.org/drawingml/2006/main">
                <a:ext uri="{FF2B5EF4-FFF2-40B4-BE49-F238E27FC236}">
                  <a16:creationId xmlns:a16="http://schemas.microsoft.com/office/drawing/2014/main" id="{2FBB46BC-3AD3-4507-BF1B-BA0295E172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26605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87" name="row1_card3__87">
              <a:extLst xmlns:a="http://schemas.openxmlformats.org/drawingml/2006/main">
                <a:ext uri="{FF2B5EF4-FFF2-40B4-BE49-F238E27FC236}">
                  <a16:creationId xmlns:a16="http://schemas.microsoft.com/office/drawing/2014/main" id="{55C7776B-199A-49B8-B94B-7CC816712F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27388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88" name="row1_card3__88">
              <a:extLst xmlns:a="http://schemas.openxmlformats.org/drawingml/2006/main">
                <a:ext uri="{FF2B5EF4-FFF2-40B4-BE49-F238E27FC236}">
                  <a16:creationId xmlns:a16="http://schemas.microsoft.com/office/drawing/2014/main" id="{AF122415-43E6-40B0-9EF9-819625E11D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28171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89" name="row1_card3__89">
              <a:extLst xmlns:a="http://schemas.openxmlformats.org/drawingml/2006/main">
                <a:ext uri="{FF2B5EF4-FFF2-40B4-BE49-F238E27FC236}">
                  <a16:creationId xmlns:a16="http://schemas.microsoft.com/office/drawing/2014/main" id="{832E2860-0CF8-4DB0-86B3-A4BEA9ED01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28954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90" name="row1_card3__90">
              <a:extLst xmlns:a="http://schemas.openxmlformats.org/drawingml/2006/main">
                <a:ext uri="{FF2B5EF4-FFF2-40B4-BE49-F238E27FC236}">
                  <a16:creationId xmlns:a16="http://schemas.microsoft.com/office/drawing/2014/main" id="{592FA899-9E37-47A9-A03B-8B5508F0EC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29737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91" name="row1_card3__91">
              <a:extLst xmlns:a="http://schemas.openxmlformats.org/drawingml/2006/main">
                <a:ext uri="{FF2B5EF4-FFF2-40B4-BE49-F238E27FC236}">
                  <a16:creationId xmlns:a16="http://schemas.microsoft.com/office/drawing/2014/main" id="{863853E3-36A0-4F2A-AA64-A030C195C8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30521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92" name="row1_card3__92">
              <a:extLst xmlns:a="http://schemas.openxmlformats.org/drawingml/2006/main">
                <a:ext uri="{FF2B5EF4-FFF2-40B4-BE49-F238E27FC236}">
                  <a16:creationId xmlns:a16="http://schemas.microsoft.com/office/drawing/2014/main" id="{D697CC7C-96D9-4A44-B06A-A8A8653BB5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31304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93" name="row1_card3__93">
              <a:extLst xmlns:a="http://schemas.openxmlformats.org/drawingml/2006/main">
                <a:ext uri="{FF2B5EF4-FFF2-40B4-BE49-F238E27FC236}">
                  <a16:creationId xmlns:a16="http://schemas.microsoft.com/office/drawing/2014/main" id="{33A6D97A-89D7-4A8F-8F21-3218617366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25822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94" name="row1_card3__94">
              <a:extLst xmlns:a="http://schemas.openxmlformats.org/drawingml/2006/main">
                <a:ext uri="{FF2B5EF4-FFF2-40B4-BE49-F238E27FC236}">
                  <a16:creationId xmlns:a16="http://schemas.microsoft.com/office/drawing/2014/main" id="{E0A9B477-EAC9-4187-B55F-AD9251F3FEA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26605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95" name="row1_card3__95">
              <a:extLst xmlns:a="http://schemas.openxmlformats.org/drawingml/2006/main">
                <a:ext uri="{FF2B5EF4-FFF2-40B4-BE49-F238E27FC236}">
                  <a16:creationId xmlns:a16="http://schemas.microsoft.com/office/drawing/2014/main" id="{80B08156-FA03-4EFD-B4AE-B9AB6699CD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27388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96" name="row1_card3__96">
              <a:extLst xmlns:a="http://schemas.openxmlformats.org/drawingml/2006/main">
                <a:ext uri="{FF2B5EF4-FFF2-40B4-BE49-F238E27FC236}">
                  <a16:creationId xmlns:a16="http://schemas.microsoft.com/office/drawing/2014/main" id="{0F421D6F-3DB0-46FD-9B49-43BD577849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28171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97" name="row1_card3__97">
              <a:extLst xmlns:a="http://schemas.openxmlformats.org/drawingml/2006/main">
                <a:ext uri="{FF2B5EF4-FFF2-40B4-BE49-F238E27FC236}">
                  <a16:creationId xmlns:a16="http://schemas.microsoft.com/office/drawing/2014/main" id="{832725C4-88E8-48F7-8BFF-5DF390C385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28954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98" name="row1_card3__98">
              <a:extLst xmlns:a="http://schemas.openxmlformats.org/drawingml/2006/main">
                <a:ext uri="{FF2B5EF4-FFF2-40B4-BE49-F238E27FC236}">
                  <a16:creationId xmlns:a16="http://schemas.microsoft.com/office/drawing/2014/main" id="{2C8B1176-544A-48D0-8BA1-714DE0530E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29737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99" name="row1_card3__99">
              <a:extLst xmlns:a="http://schemas.openxmlformats.org/drawingml/2006/main">
                <a:ext uri="{FF2B5EF4-FFF2-40B4-BE49-F238E27FC236}">
                  <a16:creationId xmlns:a16="http://schemas.microsoft.com/office/drawing/2014/main" id="{5010C078-304C-4882-AE57-D969B8B275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30521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00" name="row1_card3__100">
              <a:extLst xmlns:a="http://schemas.openxmlformats.org/drawingml/2006/main">
                <a:ext uri="{FF2B5EF4-FFF2-40B4-BE49-F238E27FC236}">
                  <a16:creationId xmlns:a16="http://schemas.microsoft.com/office/drawing/2014/main" id="{5ED203CF-4C89-4225-88CB-67C995EE1E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31304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01" name="row1_card3__101">
              <a:extLst xmlns:a="http://schemas.openxmlformats.org/drawingml/2006/main">
                <a:ext uri="{FF2B5EF4-FFF2-40B4-BE49-F238E27FC236}">
                  <a16:creationId xmlns:a16="http://schemas.microsoft.com/office/drawing/2014/main" id="{998CB3A1-0CC2-4251-B7F7-60412E9BCE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26605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02" name="row1_card3__102">
              <a:extLst xmlns:a="http://schemas.openxmlformats.org/drawingml/2006/main">
                <a:ext uri="{FF2B5EF4-FFF2-40B4-BE49-F238E27FC236}">
                  <a16:creationId xmlns:a16="http://schemas.microsoft.com/office/drawing/2014/main" id="{CC4AEF1A-5261-40A9-8D62-C1A59150BA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27388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03" name="row1_card3__103">
              <a:extLst xmlns:a="http://schemas.openxmlformats.org/drawingml/2006/main">
                <a:ext uri="{FF2B5EF4-FFF2-40B4-BE49-F238E27FC236}">
                  <a16:creationId xmlns:a16="http://schemas.microsoft.com/office/drawing/2014/main" id="{E1562DF5-B093-413B-B371-C8FED10A0E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28171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04" name="row1_card3__104">
              <a:extLst xmlns:a="http://schemas.openxmlformats.org/drawingml/2006/main">
                <a:ext uri="{FF2B5EF4-FFF2-40B4-BE49-F238E27FC236}">
                  <a16:creationId xmlns:a16="http://schemas.microsoft.com/office/drawing/2014/main" id="{8603B3D8-235D-4BA5-9DD8-2A2F6C8644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28954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05" name="row1_card3__105">
              <a:extLst xmlns:a="http://schemas.openxmlformats.org/drawingml/2006/main">
                <a:ext uri="{FF2B5EF4-FFF2-40B4-BE49-F238E27FC236}">
                  <a16:creationId xmlns:a16="http://schemas.microsoft.com/office/drawing/2014/main" id="{2DDCB9FE-D3FB-4044-8EFF-B457ABF9E4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29737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06" name="row1_card3__106">
              <a:extLst xmlns:a="http://schemas.openxmlformats.org/drawingml/2006/main">
                <a:ext uri="{FF2B5EF4-FFF2-40B4-BE49-F238E27FC236}">
                  <a16:creationId xmlns:a16="http://schemas.microsoft.com/office/drawing/2014/main" id="{7C11A805-437A-406D-A45E-1C2616D351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30521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07" name="row1_card3__107">
              <a:extLst xmlns:a="http://schemas.openxmlformats.org/drawingml/2006/main">
                <a:ext uri="{FF2B5EF4-FFF2-40B4-BE49-F238E27FC236}">
                  <a16:creationId xmlns:a16="http://schemas.microsoft.com/office/drawing/2014/main" id="{1CD7D0F2-233E-46C0-8AC7-BBCEE849A5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26605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08" name="row1_card3__108">
              <a:extLst xmlns:a="http://schemas.openxmlformats.org/drawingml/2006/main">
                <a:ext uri="{FF2B5EF4-FFF2-40B4-BE49-F238E27FC236}">
                  <a16:creationId xmlns:a16="http://schemas.microsoft.com/office/drawing/2014/main" id="{E6AA8E59-E864-4BDF-804A-6C4986FCD0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27388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09" name="row1_card3__109">
              <a:extLst xmlns:a="http://schemas.openxmlformats.org/drawingml/2006/main">
                <a:ext uri="{FF2B5EF4-FFF2-40B4-BE49-F238E27FC236}">
                  <a16:creationId xmlns:a16="http://schemas.microsoft.com/office/drawing/2014/main" id="{F0AA095A-197C-4AF2-A28A-DCEF9C48AD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28171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10" name="row1_card3__110">
              <a:extLst xmlns:a="http://schemas.openxmlformats.org/drawingml/2006/main">
                <a:ext uri="{FF2B5EF4-FFF2-40B4-BE49-F238E27FC236}">
                  <a16:creationId xmlns:a16="http://schemas.microsoft.com/office/drawing/2014/main" id="{E288A5BC-EB44-4706-8E68-E14F10246C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28954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11" name="row1_card3__111">
              <a:extLst xmlns:a="http://schemas.openxmlformats.org/drawingml/2006/main">
                <a:ext uri="{FF2B5EF4-FFF2-40B4-BE49-F238E27FC236}">
                  <a16:creationId xmlns:a16="http://schemas.microsoft.com/office/drawing/2014/main" id="{30DDB19C-878E-4058-A2B6-3C5947A8DF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29737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12" name="row1_card3__112">
              <a:extLst xmlns:a="http://schemas.openxmlformats.org/drawingml/2006/main">
                <a:ext uri="{FF2B5EF4-FFF2-40B4-BE49-F238E27FC236}">
                  <a16:creationId xmlns:a16="http://schemas.microsoft.com/office/drawing/2014/main" id="{CF36CB20-57C4-4325-A02C-3B2A7761DB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30521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13" name="row1_card3__113">
              <a:extLst xmlns:a="http://schemas.openxmlformats.org/drawingml/2006/main">
                <a:ext uri="{FF2B5EF4-FFF2-40B4-BE49-F238E27FC236}">
                  <a16:creationId xmlns:a16="http://schemas.microsoft.com/office/drawing/2014/main" id="{6679E0FA-06F9-4C2A-B62F-40B94D2480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93273" y="28171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14" name="row1_card3__114">
              <a:extLst xmlns:a="http://schemas.openxmlformats.org/drawingml/2006/main">
                <a:ext uri="{FF2B5EF4-FFF2-40B4-BE49-F238E27FC236}">
                  <a16:creationId xmlns:a16="http://schemas.microsoft.com/office/drawing/2014/main" id="{58DD0EC4-0ADC-4D5E-AC30-7B890FCAFD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93273" y="28954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15" name="row1_card3__115">
              <a:extLst xmlns:a="http://schemas.openxmlformats.org/drawingml/2006/main">
                <a:ext uri="{FF2B5EF4-FFF2-40B4-BE49-F238E27FC236}">
                  <a16:creationId xmlns:a16="http://schemas.microsoft.com/office/drawing/2014/main" id="{94CBC86B-7ACE-4670-9451-4A119768E8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20731" y="3219450"/>
              <a:ext cx="56388" cy="953"/>
            </a:xfrm>
            <a:custGeom xmlns:a="http://schemas.openxmlformats.org/drawingml/2006/main">
              <a:pathLst>
                <a:path w="56388" h="953">
                  <a:moveTo>
                    <a:pt x="0" y="0"/>
                  </a:moveTo>
                  <a:lnTo>
                    <a:pt x="56388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FFFFFF"/>
              </a:solidFill>
            </a:ln>
          </p:spPr>
        </p:sp>
        <p:sp>
          <p:nvSpPr>
            <p:cNvPr id="116" name="row1_card3__116">
              <a:extLst xmlns:a="http://schemas.openxmlformats.org/drawingml/2006/main">
                <a:ext uri="{FF2B5EF4-FFF2-40B4-BE49-F238E27FC236}">
                  <a16:creationId xmlns:a16="http://schemas.microsoft.com/office/drawing/2014/main" id="{0BC89894-553D-4C88-A1E0-632C4BFBF9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29725" y="32194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Map 분석</a:t>
              </a:r>
            </a:p>
          </p:txBody>
        </p:sp>
      </p:grpSp>
      <p:sp>
        <p:nvSpPr>
          <p:cNvPr id="117" name="row1_arrows__117">
            <a:extLst xmlns:a="http://schemas.openxmlformats.org/drawingml/2006/main">
              <a:ext uri="{FF2B5EF4-FFF2-40B4-BE49-F238E27FC236}">
                <a16:creationId xmlns:a16="http://schemas.microsoft.com/office/drawing/2014/main" id="{923E9EF5-AF70-45A0-8DCF-7938721EBC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58625" y="29908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118" name="row1_arrows__118">
            <a:extLst xmlns:a="http://schemas.openxmlformats.org/drawingml/2006/main">
              <a:ext uri="{FF2B5EF4-FFF2-40B4-BE49-F238E27FC236}">
                <a16:creationId xmlns:a16="http://schemas.microsoft.com/office/drawing/2014/main" id="{40BC2C95-1997-4AD5-8F42-21C336A503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39600" y="29051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grpSp>
        <p:nvGrpSpPr>
          <p:cNvPr id="10003" name="row1_card4"/>
          <p:cNvGrpSpPr/>
          <p:nvPr/>
        </p:nvGrpSpPr>
        <p:grpSpPr>
          <ns1:xfrm xmlns:ns1="http://schemas.openxmlformats.org/drawingml/2006/main">
            <ns1:off x="12344400" y="2438400"/>
            <ns1:ext cx="2514600" cy="1104900"/>
            <ns1:chOff x="12344400" y="2438400"/>
            <ns1:chExt cx="2514600" cy="1104900"/>
          </ns1:xfrm>
        </p:grpSpPr>
        <p:sp>
          <p:nvSpPr>
            <p:cNvPr id="119" name="row1_card4__119">
              <a:extLst xmlns:a="http://schemas.openxmlformats.org/drawingml/2006/main">
                <a:ext uri="{FF2B5EF4-FFF2-40B4-BE49-F238E27FC236}">
                  <a16:creationId xmlns:a16="http://schemas.microsoft.com/office/drawing/2014/main" id="{0373BC64-31E5-4238-BC5E-E40AE6CD36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44400" y="24384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120" name="row1_card4__120">
              <a:extLst xmlns:a="http://schemas.openxmlformats.org/drawingml/2006/main">
                <a:ext uri="{FF2B5EF4-FFF2-40B4-BE49-F238E27FC236}">
                  <a16:creationId xmlns:a16="http://schemas.microsoft.com/office/drawing/2014/main" id="{C34BA68D-C0D9-424C-BAAE-896C2D13F9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39725" y="2543175"/>
              <a:ext cx="953" cy="628650"/>
            </a:xfrm>
            <a:custGeom xmlns:a="http://schemas.openxmlformats.org/drawingml/2006/main">
              <a:pathLst>
                <a:path w="953" h="628650">
                  <a:moveTo>
                    <a:pt x="0" y="62865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D6E4F4"/>
              </a:solidFill>
            </a:ln>
          </p:spPr>
        </p:sp>
        <p:sp>
          <p:nvSpPr>
            <p:cNvPr id="121" name="row1_card4__121">
              <a:extLst xmlns:a="http://schemas.openxmlformats.org/drawingml/2006/main">
                <a:ext uri="{FF2B5EF4-FFF2-40B4-BE49-F238E27FC236}">
                  <a16:creationId xmlns:a16="http://schemas.microsoft.com/office/drawing/2014/main" id="{7A27974F-B3E2-4352-819F-845FADE5A3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2581275"/>
              <a:ext cx="741807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22" name="row1_card4__122">
              <a:extLst xmlns:a="http://schemas.openxmlformats.org/drawingml/2006/main">
                <a:ext uri="{FF2B5EF4-FFF2-40B4-BE49-F238E27FC236}">
                  <a16:creationId xmlns:a16="http://schemas.microsoft.com/office/drawing/2014/main" id="{A66A9315-5524-4F68-AAB5-05A5989747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2581275"/>
              <a:ext cx="445084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23" name="row1_card4__123">
              <a:extLst xmlns:a="http://schemas.openxmlformats.org/drawingml/2006/main">
                <a:ext uri="{FF2B5EF4-FFF2-40B4-BE49-F238E27FC236}">
                  <a16:creationId xmlns:a16="http://schemas.microsoft.com/office/drawing/2014/main" id="{C7987562-136D-4DFF-A75D-6DFAC39FCB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2724150"/>
              <a:ext cx="112395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24" name="row1_card4__124">
              <a:extLst xmlns:a="http://schemas.openxmlformats.org/drawingml/2006/main">
                <a:ext uri="{FF2B5EF4-FFF2-40B4-BE49-F238E27FC236}">
                  <a16:creationId xmlns:a16="http://schemas.microsoft.com/office/drawing/2014/main" id="{CFBBF157-F59B-4D4A-B6E9-301F9BD738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2724150"/>
              <a:ext cx="67437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25" name="row1_card4__125">
              <a:extLst xmlns:a="http://schemas.openxmlformats.org/drawingml/2006/main">
                <a:ext uri="{FF2B5EF4-FFF2-40B4-BE49-F238E27FC236}">
                  <a16:creationId xmlns:a16="http://schemas.microsoft.com/office/drawing/2014/main" id="{7756C5B2-855B-4793-BE25-51BF988CEF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2867025"/>
              <a:ext cx="89916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26" name="row1_card4__126">
              <a:extLst xmlns:a="http://schemas.openxmlformats.org/drawingml/2006/main">
                <a:ext uri="{FF2B5EF4-FFF2-40B4-BE49-F238E27FC236}">
                  <a16:creationId xmlns:a16="http://schemas.microsoft.com/office/drawing/2014/main" id="{8CCC5BDB-FC22-4934-ADFA-B1B40BB8B7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2867025"/>
              <a:ext cx="539496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27" name="row1_card4__127">
              <a:extLst xmlns:a="http://schemas.openxmlformats.org/drawingml/2006/main">
                <a:ext uri="{FF2B5EF4-FFF2-40B4-BE49-F238E27FC236}">
                  <a16:creationId xmlns:a16="http://schemas.microsoft.com/office/drawing/2014/main" id="{F07C67D4-C7F8-4775-BC98-7B3AA8F259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3009900"/>
              <a:ext cx="494538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28" name="row1_card4__128">
              <a:extLst xmlns:a="http://schemas.openxmlformats.org/drawingml/2006/main">
                <a:ext uri="{FF2B5EF4-FFF2-40B4-BE49-F238E27FC236}">
                  <a16:creationId xmlns:a16="http://schemas.microsoft.com/office/drawing/2014/main" id="{2C7F8B76-759F-474B-9899-FAB84B6FD0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3009900"/>
              <a:ext cx="296723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29" name="row1_card4__129">
              <a:extLst xmlns:a="http://schemas.openxmlformats.org/drawingml/2006/main">
                <a:ext uri="{FF2B5EF4-FFF2-40B4-BE49-F238E27FC236}">
                  <a16:creationId xmlns:a16="http://schemas.microsoft.com/office/drawing/2014/main" id="{BAE5FC7D-AB8F-4ABD-AAFE-4D259DC71A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92025" y="32194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마이닝</a:t>
              </a:r>
            </a:p>
          </p:txBody>
        </p:sp>
      </p:grpSp>
      <p:sp>
        <p:nvSpPr>
          <p:cNvPr id="130" name="row2_base__130">
            <a:extLst xmlns:a="http://schemas.openxmlformats.org/drawingml/2006/main">
              <a:ext uri="{FF2B5EF4-FFF2-40B4-BE49-F238E27FC236}">
                <a16:creationId xmlns:a16="http://schemas.microsoft.com/office/drawing/2014/main" id="{CA8BEEFE-E073-405C-8E59-2753BC7040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" y="3762375"/>
            <a:ext cx="1466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31" name="row2_base__131">
            <a:extLst xmlns:a="http://schemas.openxmlformats.org/drawingml/2006/main">
              <a:ext uri="{FF2B5EF4-FFF2-40B4-BE49-F238E27FC236}">
                <a16:creationId xmlns:a16="http://schemas.microsoft.com/office/drawing/2014/main" id="{E8E8A5E4-60C0-4561-BC38-D0D1DF6BC3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4825" y="39433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68ED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68ED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2" name="row2_base__132">
            <a:extLst xmlns:a="http://schemas.openxmlformats.org/drawingml/2006/main">
              <a:ext uri="{FF2B5EF4-FFF2-40B4-BE49-F238E27FC236}">
                <a16:creationId xmlns:a16="http://schemas.microsoft.com/office/drawing/2014/main" id="{F6BC5C4F-E374-4679-8EB1-C3431B1B85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4825" y="43338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rPr>
              <a:t>이력 기반 분석</a:t>
            </a:r>
          </a:p>
        </p:txBody>
      </p:sp>
      <p:grpSp>
        <p:nvGrpSpPr>
          <p:cNvPr id="10004" name="row2_card1"/>
          <p:cNvGrpSpPr/>
          <p:nvPr/>
        </p:nvGrpSpPr>
        <p:grpSpPr>
          <ns1:xfrm xmlns:ns1="http://schemas.openxmlformats.org/drawingml/2006/main">
            <ns1:off x="2857500" y="3886200"/>
            <ns1:ext cx="2514600" cy="1104900"/>
            <ns1:chOff x="2857500" y="3886200"/>
            <ns1:chExt cx="2514600" cy="1104900"/>
          </ns1:xfrm>
        </p:grpSpPr>
        <p:sp>
          <p:nvSpPr>
            <p:cNvPr id="133" name="row2_card1__133">
              <a:extLst xmlns:a="http://schemas.openxmlformats.org/drawingml/2006/main">
                <a:ext uri="{FF2B5EF4-FFF2-40B4-BE49-F238E27FC236}">
                  <a16:creationId xmlns:a16="http://schemas.microsoft.com/office/drawing/2014/main" id="{8E0863EA-29BE-44E6-8369-AF40907E9E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0" y="38862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134" name="row2_card1__134">
              <a:extLst xmlns:a="http://schemas.openxmlformats.org/drawingml/2006/main">
                <a:ext uri="{FF2B5EF4-FFF2-40B4-BE49-F238E27FC236}">
                  <a16:creationId xmlns:a16="http://schemas.microsoft.com/office/drawing/2014/main" id="{3C738AB2-23AD-439E-B28A-910FCB592A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90925" y="4095750"/>
              <a:ext cx="438150" cy="400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83887"/>
              </a:solidFill>
            </a:ln>
          </p:spPr>
        </p:sp>
        <p:sp>
          <p:nvSpPr>
            <p:cNvPr id="135" name="row2_card1__135">
              <a:extLst xmlns:a="http://schemas.openxmlformats.org/drawingml/2006/main">
                <a:ext uri="{FF2B5EF4-FFF2-40B4-BE49-F238E27FC236}">
                  <a16:creationId xmlns:a16="http://schemas.microsoft.com/office/drawing/2014/main" id="{F8A2C524-C3FB-4758-8974-CABAE421BA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90925" y="4400550"/>
              <a:ext cx="438150" cy="1619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83887"/>
              </a:solidFill>
            </a:ln>
          </p:spPr>
        </p:sp>
        <p:sp>
          <p:nvSpPr>
            <p:cNvPr id="136" name="row2_card1__136">
              <a:extLst xmlns:a="http://schemas.openxmlformats.org/drawingml/2006/main">
                <a:ext uri="{FF2B5EF4-FFF2-40B4-BE49-F238E27FC236}">
                  <a16:creationId xmlns:a16="http://schemas.microsoft.com/office/drawing/2014/main" id="{6D7961EA-ACCC-4A8A-87FC-19F629C6B8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90925" y="4248150"/>
              <a:ext cx="438150" cy="1619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83887"/>
              </a:solidFill>
            </a:ln>
          </p:spPr>
        </p:sp>
        <p:sp>
          <p:nvSpPr>
            <p:cNvPr id="137" name="row2_card1__137">
              <a:extLst xmlns:a="http://schemas.openxmlformats.org/drawingml/2006/main">
                <a:ext uri="{FF2B5EF4-FFF2-40B4-BE49-F238E27FC236}">
                  <a16:creationId xmlns:a16="http://schemas.microsoft.com/office/drawing/2014/main" id="{60A964C9-3D94-452E-8E8A-E2CF346460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90925" y="4095750"/>
              <a:ext cx="438150" cy="1619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83887"/>
              </a:solidFill>
            </a:ln>
          </p:spPr>
        </p:sp>
        <p:sp>
          <p:nvSpPr>
            <p:cNvPr id="138" name="row2_card1__138">
              <a:extLst xmlns:a="http://schemas.openxmlformats.org/drawingml/2006/main">
                <a:ext uri="{FF2B5EF4-FFF2-40B4-BE49-F238E27FC236}">
                  <a16:creationId xmlns:a16="http://schemas.microsoft.com/office/drawing/2014/main" id="{2E545DF4-D8C4-49F4-87BC-75739EB8AC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90925" y="4019550"/>
              <a:ext cx="438150" cy="1619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83887"/>
              </a:solidFill>
            </a:ln>
          </p:spPr>
        </p:sp>
        <p:sp>
          <p:nvSpPr>
            <p:cNvPr id="139" name="row2_card1__139">
              <a:extLst xmlns:a="http://schemas.openxmlformats.org/drawingml/2006/main">
                <a:ext uri="{FF2B5EF4-FFF2-40B4-BE49-F238E27FC236}">
                  <a16:creationId xmlns:a16="http://schemas.microsoft.com/office/drawing/2014/main" id="{A2C168D4-A64F-4C11-A306-966D9B4089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14800" y="4257675"/>
              <a:ext cx="238125" cy="953"/>
            </a:xfrm>
            <a:custGeom xmlns:a="http://schemas.openxmlformats.org/drawingml/2006/main">
              <a:pathLst>
                <a:path w="238125" h="953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83887"/>
              </a:solidFill>
            </a:ln>
          </p:spPr>
        </p:sp>
        <p:sp>
          <p:nvSpPr>
            <p:cNvPr id="140" name="row2_card1__140">
              <a:extLst xmlns:a="http://schemas.openxmlformats.org/drawingml/2006/main">
                <a:ext uri="{FF2B5EF4-FFF2-40B4-BE49-F238E27FC236}">
                  <a16:creationId xmlns:a16="http://schemas.microsoft.com/office/drawing/2014/main" id="{6CBD7F71-8C27-4E38-8C50-19A1B70C65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9100" y="4114800"/>
              <a:ext cx="953" cy="352425"/>
            </a:xfrm>
            <a:custGeom xmlns:a="http://schemas.openxmlformats.org/drawingml/2006/main">
              <a:pathLst>
                <a:path w="953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83887"/>
              </a:solidFill>
            </a:ln>
          </p:spPr>
        </p:sp>
        <p:sp>
          <p:nvSpPr>
            <p:cNvPr id="141" name="row2_card1__141">
              <a:extLst xmlns:a="http://schemas.openxmlformats.org/drawingml/2006/main">
                <a:ext uri="{FF2B5EF4-FFF2-40B4-BE49-F238E27FC236}">
                  <a16:creationId xmlns:a16="http://schemas.microsoft.com/office/drawing/2014/main" id="{4BE8E874-3E3F-4823-AE91-FBFCFF8408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9100" y="4114800"/>
              <a:ext cx="161925" cy="953"/>
            </a:xfrm>
            <a:custGeom xmlns:a="http://schemas.openxmlformats.org/drawingml/2006/main">
              <a:pathLst>
                <a:path w="161925" h="953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83887"/>
              </a:solidFill>
            </a:ln>
          </p:spPr>
        </p:sp>
        <p:sp>
          <p:nvSpPr>
            <p:cNvPr id="142" name="row2_card1__142">
              <a:extLst xmlns:a="http://schemas.openxmlformats.org/drawingml/2006/main">
                <a:ext uri="{FF2B5EF4-FFF2-40B4-BE49-F238E27FC236}">
                  <a16:creationId xmlns:a16="http://schemas.microsoft.com/office/drawing/2014/main" id="{37793F0C-F4AE-4FB7-A59F-D6E2217C6A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91025" y="4067175"/>
              <a:ext cx="26670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143" name="row2_card1__143">
              <a:extLst xmlns:a="http://schemas.openxmlformats.org/drawingml/2006/main">
                <a:ext uri="{FF2B5EF4-FFF2-40B4-BE49-F238E27FC236}">
                  <a16:creationId xmlns:a16="http://schemas.microsoft.com/office/drawing/2014/main" id="{E7A3B31D-FD67-45E9-9F6D-C31A1A8175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9100" y="4286250"/>
              <a:ext cx="161925" cy="953"/>
            </a:xfrm>
            <a:custGeom xmlns:a="http://schemas.openxmlformats.org/drawingml/2006/main">
              <a:pathLst>
                <a:path w="161925" h="953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83887"/>
              </a:solidFill>
            </a:ln>
          </p:spPr>
        </p:sp>
        <p:sp>
          <p:nvSpPr>
            <p:cNvPr id="144" name="row2_card1__144">
              <a:extLst xmlns:a="http://schemas.openxmlformats.org/drawingml/2006/main">
                <a:ext uri="{FF2B5EF4-FFF2-40B4-BE49-F238E27FC236}">
                  <a16:creationId xmlns:a16="http://schemas.microsoft.com/office/drawing/2014/main" id="{1AD343F6-DBEE-44B6-B1AD-FB54AA0297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91025" y="4238625"/>
              <a:ext cx="26670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145" name="row2_card1__145">
              <a:extLst xmlns:a="http://schemas.openxmlformats.org/drawingml/2006/main">
                <a:ext uri="{FF2B5EF4-FFF2-40B4-BE49-F238E27FC236}">
                  <a16:creationId xmlns:a16="http://schemas.microsoft.com/office/drawing/2014/main" id="{10D92817-11F3-43B1-A913-48C5850834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9100" y="4457700"/>
              <a:ext cx="161925" cy="953"/>
            </a:xfrm>
            <a:custGeom xmlns:a="http://schemas.openxmlformats.org/drawingml/2006/main">
              <a:pathLst>
                <a:path w="161925" h="953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83887"/>
              </a:solidFill>
            </a:ln>
          </p:spPr>
        </p:sp>
        <p:sp>
          <p:nvSpPr>
            <p:cNvPr id="146" name="row2_card1__146">
              <a:extLst xmlns:a="http://schemas.openxmlformats.org/drawingml/2006/main">
                <a:ext uri="{FF2B5EF4-FFF2-40B4-BE49-F238E27FC236}">
                  <a16:creationId xmlns:a16="http://schemas.microsoft.com/office/drawing/2014/main" id="{01129BB9-9F97-4625-96DB-6D1ABF2323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91025" y="4410075"/>
              <a:ext cx="26670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147" name="row2_card1__147">
              <a:extLst xmlns:a="http://schemas.openxmlformats.org/drawingml/2006/main">
                <a:ext uri="{FF2B5EF4-FFF2-40B4-BE49-F238E27FC236}">
                  <a16:creationId xmlns:a16="http://schemas.microsoft.com/office/drawing/2014/main" id="{931BEFBF-1EEC-40F4-82AE-EAE95F14BE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05125" y="46672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LOT 공통이력</a:t>
              </a:r>
            </a:p>
          </p:txBody>
        </p:sp>
      </p:grpSp>
      <p:sp>
        <p:nvSpPr>
          <p:cNvPr id="148" name="row2_arrows__148">
            <a:extLst xmlns:a="http://schemas.openxmlformats.org/drawingml/2006/main">
              <a:ext uri="{FF2B5EF4-FFF2-40B4-BE49-F238E27FC236}">
                <a16:creationId xmlns:a16="http://schemas.microsoft.com/office/drawing/2014/main" id="{B43BF55D-1697-4C9B-BB4E-F1DD1D08A4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34025" y="44386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149" name="row2_arrows__149">
            <a:extLst xmlns:a="http://schemas.openxmlformats.org/drawingml/2006/main">
              <a:ext uri="{FF2B5EF4-FFF2-40B4-BE49-F238E27FC236}">
                <a16:creationId xmlns:a16="http://schemas.microsoft.com/office/drawing/2014/main" id="{982892F2-8B2B-49BC-95A6-AC7F46D99B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0" y="43529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grpSp>
        <p:nvGrpSpPr>
          <p:cNvPr id="10005" name="row2_card2"/>
          <p:cNvGrpSpPr/>
          <p:nvPr/>
        </p:nvGrpSpPr>
        <p:grpSpPr>
          <ns1:xfrm xmlns:ns1="http://schemas.openxmlformats.org/drawingml/2006/main">
            <ns1:off x="6019800" y="3886200"/>
            <ns1:ext cx="2514600" cy="1104900"/>
            <ns1:chOff x="6019800" y="3886200"/>
            <ns1:chExt cx="2514600" cy="1104900"/>
          </ns1:xfrm>
        </p:grpSpPr>
        <p:sp>
          <p:nvSpPr>
            <p:cNvPr id="150" name="row2_card2__150">
              <a:extLst xmlns:a="http://schemas.openxmlformats.org/drawingml/2006/main">
                <a:ext uri="{FF2B5EF4-FFF2-40B4-BE49-F238E27FC236}">
                  <a16:creationId xmlns:a16="http://schemas.microsoft.com/office/drawing/2014/main" id="{CBA6C363-D342-44E6-8F83-FE4EB058B6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19800" y="38862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151" name="row2_card2__151">
              <a:extLst xmlns:a="http://schemas.openxmlformats.org/drawingml/2006/main">
                <a:ext uri="{FF2B5EF4-FFF2-40B4-BE49-F238E27FC236}">
                  <a16:creationId xmlns:a16="http://schemas.microsoft.com/office/drawing/2014/main" id="{950C070F-E4C7-4C39-BEE5-54AD1DA6E9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77050" y="3981450"/>
              <a:ext cx="561975" cy="685800"/>
            </a:xfrm>
            <a:prstGeom xmlns:a="http://schemas.openxmlformats.org/drawingml/2006/main" prst="roundRect">
              <a:avLst>
                <a:gd name="adj" fmla="val 1355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7145">
              <a:solidFill>
                <a:srgbClr val="083887"/>
              </a:solidFill>
            </a:ln>
          </p:spPr>
        </p:sp>
        <p:sp>
          <p:nvSpPr>
            <p:cNvPr id="152" name="row2_card2__152">
              <a:extLst xmlns:a="http://schemas.openxmlformats.org/drawingml/2006/main">
                <a:ext uri="{FF2B5EF4-FFF2-40B4-BE49-F238E27FC236}">
                  <a16:creationId xmlns:a16="http://schemas.microsoft.com/office/drawing/2014/main" id="{7CFBD989-8E65-468D-99F3-2D101E9C43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72300" y="4076700"/>
              <a:ext cx="352425" cy="953"/>
            </a:xfrm>
            <a:custGeom xmlns:a="http://schemas.openxmlformats.org/drawingml/2006/main">
              <a:pathLst>
                <a:path w="352425" h="953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568ED4"/>
              </a:solidFill>
            </a:ln>
          </p:spPr>
        </p:sp>
        <p:sp>
          <p:nvSpPr>
            <p:cNvPr id="153" name="row2_card2__153">
              <a:extLst xmlns:a="http://schemas.openxmlformats.org/drawingml/2006/main">
                <a:ext uri="{FF2B5EF4-FFF2-40B4-BE49-F238E27FC236}">
                  <a16:creationId xmlns:a16="http://schemas.microsoft.com/office/drawing/2014/main" id="{F4B2962A-9B76-47D6-9C3E-B29B5BBB5A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72300" y="4143375"/>
              <a:ext cx="276225" cy="953"/>
            </a:xfrm>
            <a:custGeom xmlns:a="http://schemas.openxmlformats.org/drawingml/2006/main">
              <a:pathLst>
                <a:path w="276225" h="953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568ED4"/>
              </a:solidFill>
            </a:ln>
          </p:spPr>
        </p:sp>
        <p:sp>
          <p:nvSpPr>
            <p:cNvPr id="154" name="row2_card2__154">
              <a:extLst xmlns:a="http://schemas.openxmlformats.org/drawingml/2006/main">
                <a:ext uri="{FF2B5EF4-FFF2-40B4-BE49-F238E27FC236}">
                  <a16:creationId xmlns:a16="http://schemas.microsoft.com/office/drawing/2014/main" id="{AD4D6305-CA14-4D6F-8558-47769D8015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62775" y="4267200"/>
              <a:ext cx="38100" cy="381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15240">
              <a:noFill/>
            </a:ln>
          </p:spPr>
        </p:sp>
        <p:sp>
          <p:nvSpPr>
            <p:cNvPr id="155" name="row2_card2__155">
              <a:extLst xmlns:a="http://schemas.openxmlformats.org/drawingml/2006/main">
                <a:ext uri="{FF2B5EF4-FFF2-40B4-BE49-F238E27FC236}">
                  <a16:creationId xmlns:a16="http://schemas.microsoft.com/office/drawing/2014/main" id="{0E8446C0-64A6-4132-B9CB-401DAC1084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4286250"/>
              <a:ext cx="219075" cy="953"/>
            </a:xfrm>
            <a:custGeom xmlns:a="http://schemas.openxmlformats.org/drawingml/2006/main">
              <a:pathLst>
                <a:path w="219075" h="953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568ED4"/>
              </a:solidFill>
            </a:ln>
          </p:spPr>
        </p:sp>
        <p:sp>
          <p:nvSpPr>
            <p:cNvPr id="156" name="row2_card2__156">
              <a:extLst xmlns:a="http://schemas.openxmlformats.org/drawingml/2006/main">
                <a:ext uri="{FF2B5EF4-FFF2-40B4-BE49-F238E27FC236}">
                  <a16:creationId xmlns:a16="http://schemas.microsoft.com/office/drawing/2014/main" id="{9C526FBB-C924-47E9-B7FC-41702600B0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62775" y="4381500"/>
              <a:ext cx="38100" cy="381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15240">
              <a:noFill/>
            </a:ln>
          </p:spPr>
        </p:sp>
        <p:sp>
          <p:nvSpPr>
            <p:cNvPr id="157" name="row2_card2__157">
              <a:extLst xmlns:a="http://schemas.openxmlformats.org/drawingml/2006/main">
                <a:ext uri="{FF2B5EF4-FFF2-40B4-BE49-F238E27FC236}">
                  <a16:creationId xmlns:a16="http://schemas.microsoft.com/office/drawing/2014/main" id="{09A3B640-A4EF-48E4-B671-919A562F90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4400550"/>
              <a:ext cx="219075" cy="953"/>
            </a:xfrm>
            <a:custGeom xmlns:a="http://schemas.openxmlformats.org/drawingml/2006/main">
              <a:pathLst>
                <a:path w="219075" h="953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568ED4"/>
              </a:solidFill>
            </a:ln>
          </p:spPr>
        </p:sp>
        <p:sp>
          <p:nvSpPr>
            <p:cNvPr id="158" name="row2_card2__158">
              <a:extLst xmlns:a="http://schemas.openxmlformats.org/drawingml/2006/main">
                <a:ext uri="{FF2B5EF4-FFF2-40B4-BE49-F238E27FC236}">
                  <a16:creationId xmlns:a16="http://schemas.microsoft.com/office/drawing/2014/main" id="{016A5487-7542-4516-B190-71E61693C1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62775" y="4495800"/>
              <a:ext cx="38100" cy="381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15240">
              <a:noFill/>
            </a:ln>
          </p:spPr>
        </p:sp>
        <p:sp>
          <p:nvSpPr>
            <p:cNvPr id="159" name="row2_card2__159">
              <a:extLst xmlns:a="http://schemas.openxmlformats.org/drawingml/2006/main">
                <a:ext uri="{FF2B5EF4-FFF2-40B4-BE49-F238E27FC236}">
                  <a16:creationId xmlns:a16="http://schemas.microsoft.com/office/drawing/2014/main" id="{E605DFF8-066F-484C-B110-FD1D1B1525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4514850"/>
              <a:ext cx="219075" cy="953"/>
            </a:xfrm>
            <a:custGeom xmlns:a="http://schemas.openxmlformats.org/drawingml/2006/main">
              <a:pathLst>
                <a:path w="219075" h="953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568ED4"/>
              </a:solidFill>
            </a:ln>
          </p:spPr>
        </p:sp>
        <p:sp>
          <p:nvSpPr>
            <p:cNvPr id="160" name="row2_card2__160">
              <a:extLst xmlns:a="http://schemas.openxmlformats.org/drawingml/2006/main">
                <a:ext uri="{FF2B5EF4-FFF2-40B4-BE49-F238E27FC236}">
                  <a16:creationId xmlns:a16="http://schemas.microsoft.com/office/drawing/2014/main" id="{D65F34DB-E7A4-4C3F-B754-BB8CC053E4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24725" y="4200525"/>
              <a:ext cx="400050" cy="390525"/>
            </a:xfrm>
            <a:prstGeom xmlns:a="http://schemas.openxmlformats.org/drawingml/2006/main" prst="triangle">
              <a:avLst/>
            </a:prstGeom>
            <a:solidFill xmlns:a="http://schemas.openxmlformats.org/drawingml/2006/main">
              <a:srgbClr val="E93444"/>
            </a:solidFill>
            <a:ln xmlns:a="http://schemas.openxmlformats.org/drawingml/2006/main" w="0">
              <a:noFill/>
            </a:ln>
          </p:spPr>
        </p:sp>
        <p:sp>
          <p:nvSpPr>
            <p:cNvPr id="161" name="row2_card2__161">
              <a:extLst xmlns:a="http://schemas.openxmlformats.org/drawingml/2006/main">
                <a:ext uri="{FF2B5EF4-FFF2-40B4-BE49-F238E27FC236}">
                  <a16:creationId xmlns:a16="http://schemas.microsoft.com/office/drawing/2014/main" id="{3298735E-FEEA-405B-8707-6205FC01C1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39025" y="4286250"/>
              <a:ext cx="171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!</a:t>
              </a:r>
            </a:p>
          </p:txBody>
        </p:sp>
        <p:sp>
          <p:nvSpPr>
            <p:cNvPr id="162" name="row2_card2__162">
              <a:extLst xmlns:a="http://schemas.openxmlformats.org/drawingml/2006/main">
                <a:ext uri="{FF2B5EF4-FFF2-40B4-BE49-F238E27FC236}">
                  <a16:creationId xmlns:a16="http://schemas.microsoft.com/office/drawing/2014/main" id="{B7B21480-6A79-4AE4-8B58-038EBA42DF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67425" y="46672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불량이력</a:t>
              </a:r>
            </a:p>
          </p:txBody>
        </p:sp>
      </p:grpSp>
      <p:sp>
        <p:nvSpPr>
          <p:cNvPr id="163" name="row2_arrows__163">
            <a:extLst xmlns:a="http://schemas.openxmlformats.org/drawingml/2006/main">
              <a:ext uri="{FF2B5EF4-FFF2-40B4-BE49-F238E27FC236}">
                <a16:creationId xmlns:a16="http://schemas.microsoft.com/office/drawing/2014/main" id="{49E5E695-F29B-44C1-A310-AD61CFE996A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96325" y="44386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164" name="row2_arrows__164">
            <a:extLst xmlns:a="http://schemas.openxmlformats.org/drawingml/2006/main">
              <a:ext uri="{FF2B5EF4-FFF2-40B4-BE49-F238E27FC236}">
                <a16:creationId xmlns:a16="http://schemas.microsoft.com/office/drawing/2014/main" id="{0811E629-A447-48A9-A89E-FF6699849E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77300" y="43529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grpSp>
        <p:nvGrpSpPr>
          <p:cNvPr id="10006" name="row2_card3"/>
          <p:cNvGrpSpPr/>
          <p:nvPr/>
        </p:nvGrpSpPr>
        <p:grpSpPr>
          <ns1:xfrm xmlns:ns1="http://schemas.openxmlformats.org/drawingml/2006/main">
            <ns1:off x="9182100" y="3886200"/>
            <ns1:ext cx="2514600" cy="1104900"/>
            <ns1:chOff x="9182100" y="3886200"/>
            <ns1:chExt cx="2514600" cy="1104900"/>
          </ns1:xfrm>
        </p:grpSpPr>
        <p:sp>
          <p:nvSpPr>
            <p:cNvPr id="165" name="row2_card3__165">
              <a:extLst xmlns:a="http://schemas.openxmlformats.org/drawingml/2006/main">
                <a:ext uri="{FF2B5EF4-FFF2-40B4-BE49-F238E27FC236}">
                  <a16:creationId xmlns:a16="http://schemas.microsoft.com/office/drawing/2014/main" id="{0DFD9943-EA1E-4C38-8663-1B60543551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82100" y="38862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166" name="row2_card3__166">
              <a:extLst xmlns:a="http://schemas.openxmlformats.org/drawingml/2006/main">
                <a:ext uri="{FF2B5EF4-FFF2-40B4-BE49-F238E27FC236}">
                  <a16:creationId xmlns:a16="http://schemas.microsoft.com/office/drawing/2014/main" id="{F6C888E0-DB2B-4586-8744-63F4EE77C5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96500" y="3981450"/>
              <a:ext cx="704850" cy="7048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083887"/>
              </a:solidFill>
            </a:ln>
          </p:spPr>
        </p:sp>
        <p:sp>
          <p:nvSpPr>
            <p:cNvPr id="167" name="row2_card3__167">
              <a:extLst xmlns:a="http://schemas.openxmlformats.org/drawingml/2006/main">
                <a:ext uri="{FF2B5EF4-FFF2-40B4-BE49-F238E27FC236}">
                  <a16:creationId xmlns:a16="http://schemas.microsoft.com/office/drawing/2014/main" id="{C80140FA-C75B-425C-AD20-2714362784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45056" y="42649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68" name="row2_card3__168">
              <a:extLst xmlns:a="http://schemas.openxmlformats.org/drawingml/2006/main">
                <a:ext uri="{FF2B5EF4-FFF2-40B4-BE49-F238E27FC236}">
                  <a16:creationId xmlns:a16="http://schemas.microsoft.com/office/drawing/2014/main" id="{8CF1E85C-61A1-48E0-9375-DF47E6566D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45056" y="43432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69" name="row2_card3__169">
              <a:extLst xmlns:a="http://schemas.openxmlformats.org/drawingml/2006/main">
                <a:ext uri="{FF2B5EF4-FFF2-40B4-BE49-F238E27FC236}">
                  <a16:creationId xmlns:a16="http://schemas.microsoft.com/office/drawing/2014/main" id="{5BAE46D4-AED4-4C52-83D5-4A19DAE3AE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41083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70" name="row2_card3__170">
              <a:extLst xmlns:a="http://schemas.openxmlformats.org/drawingml/2006/main">
                <a:ext uri="{FF2B5EF4-FFF2-40B4-BE49-F238E27FC236}">
                  <a16:creationId xmlns:a16="http://schemas.microsoft.com/office/drawing/2014/main" id="{E665609A-E5EE-4DE4-8C39-17B1EC5042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41866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71" name="row2_card3__171">
              <a:extLst xmlns:a="http://schemas.openxmlformats.org/drawingml/2006/main">
                <a:ext uri="{FF2B5EF4-FFF2-40B4-BE49-F238E27FC236}">
                  <a16:creationId xmlns:a16="http://schemas.microsoft.com/office/drawing/2014/main" id="{9E94F789-3FB1-4CFD-9742-D7F27B976B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42649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72" name="row2_card3__172">
              <a:extLst xmlns:a="http://schemas.openxmlformats.org/drawingml/2006/main">
                <a:ext uri="{FF2B5EF4-FFF2-40B4-BE49-F238E27FC236}">
                  <a16:creationId xmlns:a16="http://schemas.microsoft.com/office/drawing/2014/main" id="{CCFF508A-0719-4643-B392-96A6F802D9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43432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73" name="row2_card3__173">
              <a:extLst xmlns:a="http://schemas.openxmlformats.org/drawingml/2006/main">
                <a:ext uri="{FF2B5EF4-FFF2-40B4-BE49-F238E27FC236}">
                  <a16:creationId xmlns:a16="http://schemas.microsoft.com/office/drawing/2014/main" id="{E7949D18-3C6C-412E-AFBE-C15B590221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44215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74" name="row2_card3__174">
              <a:extLst xmlns:a="http://schemas.openxmlformats.org/drawingml/2006/main">
                <a:ext uri="{FF2B5EF4-FFF2-40B4-BE49-F238E27FC236}">
                  <a16:creationId xmlns:a16="http://schemas.microsoft.com/office/drawing/2014/main" id="{3FAB03CE-24A6-47F5-A483-209A21A495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3373" y="44999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75" name="row2_card3__175">
              <a:extLst xmlns:a="http://schemas.openxmlformats.org/drawingml/2006/main">
                <a:ext uri="{FF2B5EF4-FFF2-40B4-BE49-F238E27FC236}">
                  <a16:creationId xmlns:a16="http://schemas.microsoft.com/office/drawing/2014/main" id="{7B7B001E-C2EC-4980-AE70-588E7FE292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41083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76" name="row2_card3__176">
              <a:extLst xmlns:a="http://schemas.openxmlformats.org/drawingml/2006/main">
                <a:ext uri="{FF2B5EF4-FFF2-40B4-BE49-F238E27FC236}">
                  <a16:creationId xmlns:a16="http://schemas.microsoft.com/office/drawing/2014/main" id="{7ADEEF7C-EC96-4A32-8C2A-B58F8683E5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41866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77" name="row2_card3__177">
              <a:extLst xmlns:a="http://schemas.openxmlformats.org/drawingml/2006/main">
                <a:ext uri="{FF2B5EF4-FFF2-40B4-BE49-F238E27FC236}">
                  <a16:creationId xmlns:a16="http://schemas.microsoft.com/office/drawing/2014/main" id="{68C70FD3-40C8-4FB6-A2FD-67E7AEC7F3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42649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78" name="row2_card3__178">
              <a:extLst xmlns:a="http://schemas.openxmlformats.org/drawingml/2006/main">
                <a:ext uri="{FF2B5EF4-FFF2-40B4-BE49-F238E27FC236}">
                  <a16:creationId xmlns:a16="http://schemas.microsoft.com/office/drawing/2014/main" id="{FD033BF1-050B-4B54-A5DA-0CC76DC214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43432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79" name="row2_card3__179">
              <a:extLst xmlns:a="http://schemas.openxmlformats.org/drawingml/2006/main">
                <a:ext uri="{FF2B5EF4-FFF2-40B4-BE49-F238E27FC236}">
                  <a16:creationId xmlns:a16="http://schemas.microsoft.com/office/drawing/2014/main" id="{7C6C5FBC-537F-475F-A1F6-5B5368380F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44215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80" name="row2_card3__180">
              <a:extLst xmlns:a="http://schemas.openxmlformats.org/drawingml/2006/main">
                <a:ext uri="{FF2B5EF4-FFF2-40B4-BE49-F238E27FC236}">
                  <a16:creationId xmlns:a16="http://schemas.microsoft.com/office/drawing/2014/main" id="{F247B1D4-77EC-4366-A4ED-CCC6FC1B48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1690" y="44999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81" name="row2_card3__181">
              <a:extLst xmlns:a="http://schemas.openxmlformats.org/drawingml/2006/main">
                <a:ext uri="{FF2B5EF4-FFF2-40B4-BE49-F238E27FC236}">
                  <a16:creationId xmlns:a16="http://schemas.microsoft.com/office/drawing/2014/main" id="{9D1BE418-150A-4595-9892-4CCFDFEBF7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40300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82" name="row2_card3__182">
              <a:extLst xmlns:a="http://schemas.openxmlformats.org/drawingml/2006/main">
                <a:ext uri="{FF2B5EF4-FFF2-40B4-BE49-F238E27FC236}">
                  <a16:creationId xmlns:a16="http://schemas.microsoft.com/office/drawing/2014/main" id="{13BDC85C-90C2-474A-93F9-538D59BFAF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41083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83" name="row2_card3__183">
              <a:extLst xmlns:a="http://schemas.openxmlformats.org/drawingml/2006/main">
                <a:ext uri="{FF2B5EF4-FFF2-40B4-BE49-F238E27FC236}">
                  <a16:creationId xmlns:a16="http://schemas.microsoft.com/office/drawing/2014/main" id="{68F30CD8-7B5A-4C33-9A56-94CB206D2D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41866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84" name="row2_card3__184">
              <a:extLst xmlns:a="http://schemas.openxmlformats.org/drawingml/2006/main">
                <a:ext uri="{FF2B5EF4-FFF2-40B4-BE49-F238E27FC236}">
                  <a16:creationId xmlns:a16="http://schemas.microsoft.com/office/drawing/2014/main" id="{FFDA64E7-5F79-4B4B-9ABE-C0654AA25E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42649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85" name="row2_card3__185">
              <a:extLst xmlns:a="http://schemas.openxmlformats.org/drawingml/2006/main">
                <a:ext uri="{FF2B5EF4-FFF2-40B4-BE49-F238E27FC236}">
                  <a16:creationId xmlns:a16="http://schemas.microsoft.com/office/drawing/2014/main" id="{7CB4E6CF-1FAC-4F05-B8B4-CEA4A53A7A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43432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86" name="row2_card3__186">
              <a:extLst xmlns:a="http://schemas.openxmlformats.org/drawingml/2006/main">
                <a:ext uri="{FF2B5EF4-FFF2-40B4-BE49-F238E27FC236}">
                  <a16:creationId xmlns:a16="http://schemas.microsoft.com/office/drawing/2014/main" id="{84B97C8F-E178-4FDC-9333-CD5AAE46B9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44215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87" name="row2_card3__187">
              <a:extLst xmlns:a="http://schemas.openxmlformats.org/drawingml/2006/main">
                <a:ext uri="{FF2B5EF4-FFF2-40B4-BE49-F238E27FC236}">
                  <a16:creationId xmlns:a16="http://schemas.microsoft.com/office/drawing/2014/main" id="{DCED8496-9E42-48E8-A760-90C7B85F47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44999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88" name="row2_card3__188">
              <a:extLst xmlns:a="http://schemas.openxmlformats.org/drawingml/2006/main">
                <a:ext uri="{FF2B5EF4-FFF2-40B4-BE49-F238E27FC236}">
                  <a16:creationId xmlns:a16="http://schemas.microsoft.com/office/drawing/2014/main" id="{6032E363-6554-4556-8D71-ECB3DAF039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0006" y="45782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89" name="row2_card3__189">
              <a:extLst xmlns:a="http://schemas.openxmlformats.org/drawingml/2006/main">
                <a:ext uri="{FF2B5EF4-FFF2-40B4-BE49-F238E27FC236}">
                  <a16:creationId xmlns:a16="http://schemas.microsoft.com/office/drawing/2014/main" id="{913470E4-046E-4616-89B4-394CAE02B0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40300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90" name="row2_card3__190">
              <a:extLst xmlns:a="http://schemas.openxmlformats.org/drawingml/2006/main">
                <a:ext uri="{FF2B5EF4-FFF2-40B4-BE49-F238E27FC236}">
                  <a16:creationId xmlns:a16="http://schemas.microsoft.com/office/drawing/2014/main" id="{65ECE2E2-C7EF-4BEB-AA3D-071F6E4965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41083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91" name="row2_card3__191">
              <a:extLst xmlns:a="http://schemas.openxmlformats.org/drawingml/2006/main">
                <a:ext uri="{FF2B5EF4-FFF2-40B4-BE49-F238E27FC236}">
                  <a16:creationId xmlns:a16="http://schemas.microsoft.com/office/drawing/2014/main" id="{044E2F2F-8A04-49BC-999C-E988748ADF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41866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92" name="row2_card3__192">
              <a:extLst xmlns:a="http://schemas.openxmlformats.org/drawingml/2006/main">
                <a:ext uri="{FF2B5EF4-FFF2-40B4-BE49-F238E27FC236}">
                  <a16:creationId xmlns:a16="http://schemas.microsoft.com/office/drawing/2014/main" id="{C61464C1-6572-492B-9D5B-F603FB9BD1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42649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93" name="row2_card3__193">
              <a:extLst xmlns:a="http://schemas.openxmlformats.org/drawingml/2006/main">
                <a:ext uri="{FF2B5EF4-FFF2-40B4-BE49-F238E27FC236}">
                  <a16:creationId xmlns:a16="http://schemas.microsoft.com/office/drawing/2014/main" id="{D6FCBF1D-AFF3-4DDB-B298-E051EAB965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43432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94" name="row2_card3__194">
              <a:extLst xmlns:a="http://schemas.openxmlformats.org/drawingml/2006/main">
                <a:ext uri="{FF2B5EF4-FFF2-40B4-BE49-F238E27FC236}">
                  <a16:creationId xmlns:a16="http://schemas.microsoft.com/office/drawing/2014/main" id="{4C674544-18DB-4E5F-8706-AA3EC8B1F2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44215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95" name="row2_card3__195">
              <a:extLst xmlns:a="http://schemas.openxmlformats.org/drawingml/2006/main">
                <a:ext uri="{FF2B5EF4-FFF2-40B4-BE49-F238E27FC236}">
                  <a16:creationId xmlns:a16="http://schemas.microsoft.com/office/drawing/2014/main" id="{F7552885-666B-4414-A1E8-2B606BE415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44999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96" name="row2_card3__196">
              <a:extLst xmlns:a="http://schemas.openxmlformats.org/drawingml/2006/main">
                <a:ext uri="{FF2B5EF4-FFF2-40B4-BE49-F238E27FC236}">
                  <a16:creationId xmlns:a16="http://schemas.microsoft.com/office/drawing/2014/main" id="{D549CDAB-5189-471E-868C-DD55B34376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58323" y="45782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197" name="row2_card3__197">
              <a:extLst xmlns:a="http://schemas.openxmlformats.org/drawingml/2006/main">
                <a:ext uri="{FF2B5EF4-FFF2-40B4-BE49-F238E27FC236}">
                  <a16:creationId xmlns:a16="http://schemas.microsoft.com/office/drawing/2014/main" id="{9FE79FAD-6478-492D-9BE8-06B0D08712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41083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198" name="row2_card3__198">
              <a:extLst xmlns:a="http://schemas.openxmlformats.org/drawingml/2006/main">
                <a:ext uri="{FF2B5EF4-FFF2-40B4-BE49-F238E27FC236}">
                  <a16:creationId xmlns:a16="http://schemas.microsoft.com/office/drawing/2014/main" id="{FDD4C790-3E18-45E0-8CAD-63EC04074E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41866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199" name="row2_card3__199">
              <a:extLst xmlns:a="http://schemas.openxmlformats.org/drawingml/2006/main">
                <a:ext uri="{FF2B5EF4-FFF2-40B4-BE49-F238E27FC236}">
                  <a16:creationId xmlns:a16="http://schemas.microsoft.com/office/drawing/2014/main" id="{5850752D-82A5-4A51-AFA4-94C5AE1B4E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42649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00" name="row2_card3__200">
              <a:extLst xmlns:a="http://schemas.openxmlformats.org/drawingml/2006/main">
                <a:ext uri="{FF2B5EF4-FFF2-40B4-BE49-F238E27FC236}">
                  <a16:creationId xmlns:a16="http://schemas.microsoft.com/office/drawing/2014/main" id="{99770D77-F70B-461F-8D52-0D25343203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43432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201" name="row2_card3__201">
              <a:extLst xmlns:a="http://schemas.openxmlformats.org/drawingml/2006/main">
                <a:ext uri="{FF2B5EF4-FFF2-40B4-BE49-F238E27FC236}">
                  <a16:creationId xmlns:a16="http://schemas.microsoft.com/office/drawing/2014/main" id="{501D46FB-9D14-4A84-93C8-B60DD6444C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44215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02" name="row2_card3__202">
              <a:extLst xmlns:a="http://schemas.openxmlformats.org/drawingml/2006/main">
                <a:ext uri="{FF2B5EF4-FFF2-40B4-BE49-F238E27FC236}">
                  <a16:creationId xmlns:a16="http://schemas.microsoft.com/office/drawing/2014/main" id="{9C8594D3-7EEB-458B-8DF9-89E438C895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36640" y="44999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203" name="row2_card3__203">
              <a:extLst xmlns:a="http://schemas.openxmlformats.org/drawingml/2006/main">
                <a:ext uri="{FF2B5EF4-FFF2-40B4-BE49-F238E27FC236}">
                  <a16:creationId xmlns:a16="http://schemas.microsoft.com/office/drawing/2014/main" id="{263B68C8-01F6-424D-964C-401BAB98C6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410832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04" name="row2_card3__204">
              <a:extLst xmlns:a="http://schemas.openxmlformats.org/drawingml/2006/main">
                <a:ext uri="{FF2B5EF4-FFF2-40B4-BE49-F238E27FC236}">
                  <a16:creationId xmlns:a16="http://schemas.microsoft.com/office/drawing/2014/main" id="{50C9502A-1AD4-4260-8688-C1A7B9D73E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418664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205" name="row2_card3__205">
              <a:extLst xmlns:a="http://schemas.openxmlformats.org/drawingml/2006/main">
                <a:ext uri="{FF2B5EF4-FFF2-40B4-BE49-F238E27FC236}">
                  <a16:creationId xmlns:a16="http://schemas.microsoft.com/office/drawing/2014/main" id="{6BF61E77-7EBE-4477-8983-5BE101CB5E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42649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06" name="row2_card3__206">
              <a:extLst xmlns:a="http://schemas.openxmlformats.org/drawingml/2006/main">
                <a:ext uri="{FF2B5EF4-FFF2-40B4-BE49-F238E27FC236}">
                  <a16:creationId xmlns:a16="http://schemas.microsoft.com/office/drawing/2014/main" id="{CD5B83E5-118B-4A7E-8756-283C987D91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43432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207" name="row2_card3__207">
              <a:extLst xmlns:a="http://schemas.openxmlformats.org/drawingml/2006/main">
                <a:ext uri="{FF2B5EF4-FFF2-40B4-BE49-F238E27FC236}">
                  <a16:creationId xmlns:a16="http://schemas.microsoft.com/office/drawing/2014/main" id="{70EB4C49-5BCC-43FD-8E75-DF8F6B27FB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4421590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08" name="row2_card3__208">
              <a:extLst xmlns:a="http://schemas.openxmlformats.org/drawingml/2006/main">
                <a:ext uri="{FF2B5EF4-FFF2-40B4-BE49-F238E27FC236}">
                  <a16:creationId xmlns:a16="http://schemas.microsoft.com/office/drawing/2014/main" id="{CA63D6C2-3699-42D0-B03C-BED3977995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4956" y="449990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09" name="row2_card3__209">
              <a:extLst xmlns:a="http://schemas.openxmlformats.org/drawingml/2006/main">
                <a:ext uri="{FF2B5EF4-FFF2-40B4-BE49-F238E27FC236}">
                  <a16:creationId xmlns:a16="http://schemas.microsoft.com/office/drawing/2014/main" id="{5E3083DB-C87B-4114-92A9-20D2B8CB9F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93273" y="4264956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210" name="row2_card3__210">
              <a:extLst xmlns:a="http://schemas.openxmlformats.org/drawingml/2006/main">
                <a:ext uri="{FF2B5EF4-FFF2-40B4-BE49-F238E27FC236}">
                  <a16:creationId xmlns:a16="http://schemas.microsoft.com/office/drawing/2014/main" id="{6E5344C6-26F5-436A-AC67-1CD1D66C2F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93273" y="4343273"/>
              <a:ext cx="56388" cy="563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11" name="row2_card3__211">
              <a:extLst xmlns:a="http://schemas.openxmlformats.org/drawingml/2006/main">
                <a:ext uri="{FF2B5EF4-FFF2-40B4-BE49-F238E27FC236}">
                  <a16:creationId xmlns:a16="http://schemas.microsoft.com/office/drawing/2014/main" id="{84EC575A-92B2-41B9-A647-0C228ECA3E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20731" y="4667250"/>
              <a:ext cx="56388" cy="953"/>
            </a:xfrm>
            <a:custGeom xmlns:a="http://schemas.openxmlformats.org/drawingml/2006/main">
              <a:pathLst>
                <a:path w="56388" h="953">
                  <a:moveTo>
                    <a:pt x="0" y="0"/>
                  </a:moveTo>
                  <a:lnTo>
                    <a:pt x="56388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FFFFFF"/>
              </a:solidFill>
            </a:ln>
          </p:spPr>
        </p:sp>
        <p:sp>
          <p:nvSpPr>
            <p:cNvPr id="212" name="row2_card3__212">
              <a:extLst xmlns:a="http://schemas.openxmlformats.org/drawingml/2006/main">
                <a:ext uri="{FF2B5EF4-FFF2-40B4-BE49-F238E27FC236}">
                  <a16:creationId xmlns:a16="http://schemas.microsoft.com/office/drawing/2014/main" id="{D86BE6E3-BDAC-4A8C-9E84-D8FF369B21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29725" y="46672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Map 분석</a:t>
              </a:r>
            </a:p>
          </p:txBody>
        </p:sp>
      </p:grpSp>
      <p:sp>
        <p:nvSpPr>
          <p:cNvPr id="213" name="row2_arrows__213">
            <a:extLst xmlns:a="http://schemas.openxmlformats.org/drawingml/2006/main">
              <a:ext uri="{FF2B5EF4-FFF2-40B4-BE49-F238E27FC236}">
                <a16:creationId xmlns:a16="http://schemas.microsoft.com/office/drawing/2014/main" id="{4A53A3AF-B367-4B82-8947-937568B539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58625" y="44386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214" name="row2_arrows__214">
            <a:extLst xmlns:a="http://schemas.openxmlformats.org/drawingml/2006/main">
              <a:ext uri="{FF2B5EF4-FFF2-40B4-BE49-F238E27FC236}">
                <a16:creationId xmlns:a16="http://schemas.microsoft.com/office/drawing/2014/main" id="{1AB883C8-CEBB-4FE4-96C1-56B122207E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39600" y="43529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grpSp>
        <p:nvGrpSpPr>
          <p:cNvPr id="10007" name="row2_card4"/>
          <p:cNvGrpSpPr/>
          <p:nvPr/>
        </p:nvGrpSpPr>
        <p:grpSpPr>
          <ns1:xfrm xmlns:ns1="http://schemas.openxmlformats.org/drawingml/2006/main">
            <ns1:off x="12344400" y="3886200"/>
            <ns1:ext cx="2514600" cy="1104900"/>
            <ns1:chOff x="12344400" y="3886200"/>
            <ns1:chExt cx="2514600" cy="1104900"/>
          </ns1:xfrm>
        </p:grpSpPr>
        <p:sp>
          <p:nvSpPr>
            <p:cNvPr id="215" name="row2_card4__215">
              <a:extLst xmlns:a="http://schemas.openxmlformats.org/drawingml/2006/main">
                <a:ext uri="{FF2B5EF4-FFF2-40B4-BE49-F238E27FC236}">
                  <a16:creationId xmlns:a16="http://schemas.microsoft.com/office/drawing/2014/main" id="{1D447475-4A65-4492-84C7-9A4481E06E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44400" y="38862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216" name="row2_card4__216">
              <a:extLst xmlns:a="http://schemas.openxmlformats.org/drawingml/2006/main">
                <a:ext uri="{FF2B5EF4-FFF2-40B4-BE49-F238E27FC236}">
                  <a16:creationId xmlns:a16="http://schemas.microsoft.com/office/drawing/2014/main" id="{0E98AC2C-188E-4A58-BFAA-FC6312D672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39725" y="3990975"/>
              <a:ext cx="953" cy="628650"/>
            </a:xfrm>
            <a:custGeom xmlns:a="http://schemas.openxmlformats.org/drawingml/2006/main">
              <a:pathLst>
                <a:path w="953" h="628650">
                  <a:moveTo>
                    <a:pt x="0" y="62865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D6E4F4"/>
              </a:solidFill>
            </a:ln>
          </p:spPr>
        </p:sp>
        <p:sp>
          <p:nvSpPr>
            <p:cNvPr id="217" name="row2_card4__217">
              <a:extLst xmlns:a="http://schemas.openxmlformats.org/drawingml/2006/main">
                <a:ext uri="{FF2B5EF4-FFF2-40B4-BE49-F238E27FC236}">
                  <a16:creationId xmlns:a16="http://schemas.microsoft.com/office/drawing/2014/main" id="{9F20EB1C-4246-4928-9037-CBB623BA21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4029075"/>
              <a:ext cx="741807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18" name="row2_card4__218">
              <a:extLst xmlns:a="http://schemas.openxmlformats.org/drawingml/2006/main">
                <a:ext uri="{FF2B5EF4-FFF2-40B4-BE49-F238E27FC236}">
                  <a16:creationId xmlns:a16="http://schemas.microsoft.com/office/drawing/2014/main" id="{7F997565-8D65-48DA-A705-A56C8C6019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4029075"/>
              <a:ext cx="445084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219" name="row2_card4__219">
              <a:extLst xmlns:a="http://schemas.openxmlformats.org/drawingml/2006/main">
                <a:ext uri="{FF2B5EF4-FFF2-40B4-BE49-F238E27FC236}">
                  <a16:creationId xmlns:a16="http://schemas.microsoft.com/office/drawing/2014/main" id="{F59AF274-DDD4-4B2F-973F-DAF6566035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4171950"/>
              <a:ext cx="112395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20" name="row2_card4__220">
              <a:extLst xmlns:a="http://schemas.openxmlformats.org/drawingml/2006/main">
                <a:ext uri="{FF2B5EF4-FFF2-40B4-BE49-F238E27FC236}">
                  <a16:creationId xmlns:a16="http://schemas.microsoft.com/office/drawing/2014/main" id="{184E6E0D-9A23-4F03-B491-CBA741D768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4171950"/>
              <a:ext cx="67437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221" name="row2_card4__221">
              <a:extLst xmlns:a="http://schemas.openxmlformats.org/drawingml/2006/main">
                <a:ext uri="{FF2B5EF4-FFF2-40B4-BE49-F238E27FC236}">
                  <a16:creationId xmlns:a16="http://schemas.microsoft.com/office/drawing/2014/main" id="{7F4A7117-2DC3-4D18-A43A-0DB9002144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4314825"/>
              <a:ext cx="89916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22" name="row2_card4__222">
              <a:extLst xmlns:a="http://schemas.openxmlformats.org/drawingml/2006/main">
                <a:ext uri="{FF2B5EF4-FFF2-40B4-BE49-F238E27FC236}">
                  <a16:creationId xmlns:a16="http://schemas.microsoft.com/office/drawing/2014/main" id="{0AE54B65-9033-4AE2-AF52-6F7C4CFEDC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4314825"/>
              <a:ext cx="539496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223" name="row2_card4__223">
              <a:extLst xmlns:a="http://schemas.openxmlformats.org/drawingml/2006/main">
                <a:ext uri="{FF2B5EF4-FFF2-40B4-BE49-F238E27FC236}">
                  <a16:creationId xmlns:a16="http://schemas.microsoft.com/office/drawing/2014/main" id="{E0774F02-4788-4907-9F82-B7F6C8D149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4457700"/>
              <a:ext cx="494538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24" name="row2_card4__224">
              <a:extLst xmlns:a="http://schemas.openxmlformats.org/drawingml/2006/main">
                <a:ext uri="{FF2B5EF4-FFF2-40B4-BE49-F238E27FC236}">
                  <a16:creationId xmlns:a16="http://schemas.microsoft.com/office/drawing/2014/main" id="{BD53BBAC-EA78-4A45-A2C9-8A5129C7E3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7350" y="4457700"/>
              <a:ext cx="296723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225" name="row2_card4__225">
              <a:extLst xmlns:a="http://schemas.openxmlformats.org/drawingml/2006/main">
                <a:ext uri="{FF2B5EF4-FFF2-40B4-BE49-F238E27FC236}">
                  <a16:creationId xmlns:a16="http://schemas.microsoft.com/office/drawing/2014/main" id="{AB2A6B6F-66F1-43C9-8FFE-5C3FB77891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92025" y="46672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마이닝</a:t>
              </a:r>
            </a:p>
          </p:txBody>
        </p:sp>
      </p:grpSp>
      <p:sp>
        <p:nvSpPr>
          <p:cNvPr id="226" name="row3_base__226">
            <a:extLst xmlns:a="http://schemas.openxmlformats.org/drawingml/2006/main">
              <a:ext uri="{FF2B5EF4-FFF2-40B4-BE49-F238E27FC236}">
                <a16:creationId xmlns:a16="http://schemas.microsoft.com/office/drawing/2014/main" id="{DFA9D84E-2D31-4EA0-B9A1-EFD2E24E43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" y="5210175"/>
            <a:ext cx="1466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227" name="row3_base__227">
            <a:extLst xmlns:a="http://schemas.openxmlformats.org/drawingml/2006/main">
              <a:ext uri="{FF2B5EF4-FFF2-40B4-BE49-F238E27FC236}">
                <a16:creationId xmlns:a16="http://schemas.microsoft.com/office/drawing/2014/main" id="{29E8F2C3-E652-405F-A58B-9177CB5365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4825" y="53911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68ED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68ED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8" name="row3_base__228">
            <a:extLst xmlns:a="http://schemas.openxmlformats.org/drawingml/2006/main">
              <a:ext uri="{FF2B5EF4-FFF2-40B4-BE49-F238E27FC236}">
                <a16:creationId xmlns:a16="http://schemas.microsoft.com/office/drawing/2014/main" id="{16A9B560-27FC-49DF-B769-28253FA7B0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4825" y="57816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rPr>
              <a:t>비교 분석·보고</a:t>
            </a:r>
          </a:p>
        </p:txBody>
      </p:sp>
      <p:grpSp>
        <p:nvGrpSpPr>
          <p:cNvPr id="10008" name="row3_card1"/>
          <p:cNvGrpSpPr/>
          <p:nvPr/>
        </p:nvGrpSpPr>
        <p:grpSpPr>
          <ns1:xfrm xmlns:ns1="http://schemas.openxmlformats.org/drawingml/2006/main">
            <ns1:off x="2857500" y="5334000"/>
            <ns1:ext cx="2514600" cy="1104900"/>
            <ns1:chOff x="2857500" y="5334000"/>
            <ns1:chExt cx="2514600" cy="1104900"/>
          </ns1:xfrm>
        </p:grpSpPr>
        <p:sp>
          <p:nvSpPr>
            <p:cNvPr id="229" name="row3_card1__229">
              <a:extLst xmlns:a="http://schemas.openxmlformats.org/drawingml/2006/main">
                <a:ext uri="{FF2B5EF4-FFF2-40B4-BE49-F238E27FC236}">
                  <a16:creationId xmlns:a16="http://schemas.microsoft.com/office/drawing/2014/main" id="{6084F4B3-2EB3-44E8-9BC4-9989925DBF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0" y="53340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230" name="row3_card1__230">
              <a:extLst xmlns:a="http://schemas.openxmlformats.org/drawingml/2006/main">
                <a:ext uri="{FF2B5EF4-FFF2-40B4-BE49-F238E27FC236}">
                  <a16:creationId xmlns:a16="http://schemas.microsoft.com/office/drawing/2014/main" id="{BC181C69-16CA-40EE-9B58-0542871654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6150" y="5438775"/>
              <a:ext cx="953" cy="628650"/>
            </a:xfrm>
            <a:custGeom xmlns:a="http://schemas.openxmlformats.org/drawingml/2006/main">
              <a:pathLst>
                <a:path w="953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5240">
              <a:solidFill>
                <a:srgbClr val="D6E4F4"/>
              </a:solidFill>
            </a:ln>
          </p:spPr>
        </p:sp>
        <p:sp>
          <p:nvSpPr>
            <p:cNvPr id="231" name="row3_card1__231">
              <a:extLst xmlns:a="http://schemas.openxmlformats.org/drawingml/2006/main">
                <a:ext uri="{FF2B5EF4-FFF2-40B4-BE49-F238E27FC236}">
                  <a16:creationId xmlns:a16="http://schemas.microsoft.com/office/drawing/2014/main" id="{338B1ED9-4A87-4715-BF3F-05655609E0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6150" y="6067425"/>
              <a:ext cx="1257300" cy="953"/>
            </a:xfrm>
            <a:custGeom xmlns:a="http://schemas.openxmlformats.org/drawingml/2006/main">
              <a:pathLst>
                <a:path w="1257300" h="953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5240">
              <a:solidFill>
                <a:srgbClr val="D6E4F4"/>
              </a:solidFill>
            </a:ln>
          </p:spPr>
        </p:sp>
        <p:sp>
          <p:nvSpPr>
            <p:cNvPr id="232" name="row3_card1__232">
              <a:extLst xmlns:a="http://schemas.openxmlformats.org/drawingml/2006/main">
                <a:ext uri="{FF2B5EF4-FFF2-40B4-BE49-F238E27FC236}">
                  <a16:creationId xmlns:a16="http://schemas.microsoft.com/office/drawing/2014/main" id="{002D5E65-EA01-4C2B-B312-F4E72A1D83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5582603"/>
              <a:ext cx="1085850" cy="298323"/>
            </a:xfrm>
            <a:custGeom xmlns:a="http://schemas.openxmlformats.org/drawingml/2006/main">
              <a:pathLst>
                <a:path w="1085850" h="298323">
                  <a:moveTo>
                    <a:pt x="0" y="298323"/>
                  </a:moveTo>
                  <a:lnTo>
                    <a:pt x="180975" y="180022"/>
                  </a:lnTo>
                  <a:lnTo>
                    <a:pt x="361950" y="262318"/>
                  </a:lnTo>
                  <a:lnTo>
                    <a:pt x="542925" y="0"/>
                  </a:lnTo>
                  <a:lnTo>
                    <a:pt x="723900" y="221171"/>
                  </a:lnTo>
                  <a:lnTo>
                    <a:pt x="904875" y="123444"/>
                  </a:lnTo>
                  <a:lnTo>
                    <a:pt x="1085850" y="16973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083887"/>
              </a:solidFill>
            </a:ln>
          </p:spPr>
        </p:sp>
        <p:sp>
          <p:nvSpPr>
            <p:cNvPr id="233" name="row3_card1__233">
              <a:extLst xmlns:a="http://schemas.openxmlformats.org/drawingml/2006/main">
                <a:ext uri="{FF2B5EF4-FFF2-40B4-BE49-F238E27FC236}">
                  <a16:creationId xmlns:a16="http://schemas.microsoft.com/office/drawing/2014/main" id="{B1F28BEA-285E-4DB5-B0C2-149E08D5ED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33775" y="5852351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234" name="row3_card1__234">
              <a:extLst xmlns:a="http://schemas.openxmlformats.org/drawingml/2006/main">
                <a:ext uri="{FF2B5EF4-FFF2-40B4-BE49-F238E27FC236}">
                  <a16:creationId xmlns:a16="http://schemas.microsoft.com/office/drawing/2014/main" id="{A0FC1718-3BDB-4868-8B64-87E8CB7B05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14750" y="5734050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235" name="row3_card1__235">
              <a:extLst xmlns:a="http://schemas.openxmlformats.org/drawingml/2006/main">
                <a:ext uri="{FF2B5EF4-FFF2-40B4-BE49-F238E27FC236}">
                  <a16:creationId xmlns:a16="http://schemas.microsoft.com/office/drawing/2014/main" id="{18EC381E-4550-4C62-91D1-58FFB3EE3E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95725" y="5816346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236" name="row3_card1__236">
              <a:extLst xmlns:a="http://schemas.openxmlformats.org/drawingml/2006/main">
                <a:ext uri="{FF2B5EF4-FFF2-40B4-BE49-F238E27FC236}">
                  <a16:creationId xmlns:a16="http://schemas.microsoft.com/office/drawing/2014/main" id="{F6EA3F48-E6CA-4F91-95AB-127A6FC4ED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76700" y="5554028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237" name="row3_card1__237">
              <a:extLst xmlns:a="http://schemas.openxmlformats.org/drawingml/2006/main">
                <a:ext uri="{FF2B5EF4-FFF2-40B4-BE49-F238E27FC236}">
                  <a16:creationId xmlns:a16="http://schemas.microsoft.com/office/drawing/2014/main" id="{025ECA7B-5F9A-4BB3-A594-BC036C43BF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57675" y="5775198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238" name="row3_card1__238">
              <a:extLst xmlns:a="http://schemas.openxmlformats.org/drawingml/2006/main">
                <a:ext uri="{FF2B5EF4-FFF2-40B4-BE49-F238E27FC236}">
                  <a16:creationId xmlns:a16="http://schemas.microsoft.com/office/drawing/2014/main" id="{984E20E8-D322-4FE9-A90D-81543E4BD4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38650" y="5677471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239" name="row3_card1__239">
              <a:extLst xmlns:a="http://schemas.openxmlformats.org/drawingml/2006/main">
                <a:ext uri="{FF2B5EF4-FFF2-40B4-BE49-F238E27FC236}">
                  <a16:creationId xmlns:a16="http://schemas.microsoft.com/office/drawing/2014/main" id="{B8DCCF24-47E7-425F-9617-4198500625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19625" y="5723763"/>
              <a:ext cx="57150" cy="57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9525">
              <a:solidFill>
                <a:srgbClr val="083887"/>
              </a:solidFill>
            </a:ln>
          </p:spPr>
        </p:sp>
        <p:sp>
          <p:nvSpPr>
            <p:cNvPr id="240" name="row3_card1__240">
              <a:extLst xmlns:a="http://schemas.openxmlformats.org/drawingml/2006/main">
                <a:ext uri="{FF2B5EF4-FFF2-40B4-BE49-F238E27FC236}">
                  <a16:creationId xmlns:a16="http://schemas.microsoft.com/office/drawing/2014/main" id="{26F24167-C4BB-470C-BBD6-34A036905E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2350" y="5763578"/>
              <a:ext cx="1085850" cy="231648"/>
            </a:xfrm>
            <a:custGeom xmlns:a="http://schemas.openxmlformats.org/drawingml/2006/main">
              <a:pathLst>
                <a:path w="1085850" h="231648">
                  <a:moveTo>
                    <a:pt x="0" y="231648"/>
                  </a:moveTo>
                  <a:lnTo>
                    <a:pt x="180975" y="180022"/>
                  </a:lnTo>
                  <a:lnTo>
                    <a:pt x="361950" y="195643"/>
                  </a:lnTo>
                  <a:lnTo>
                    <a:pt x="542925" y="0"/>
                  </a:lnTo>
                  <a:lnTo>
                    <a:pt x="723900" y="154496"/>
                  </a:lnTo>
                  <a:lnTo>
                    <a:pt x="904875" y="123444"/>
                  </a:lnTo>
                  <a:lnTo>
                    <a:pt x="1085850" y="10306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9DA7B4"/>
              </a:solidFill>
            </a:ln>
          </p:spPr>
        </p:sp>
        <p:sp>
          <p:nvSpPr>
            <p:cNvPr id="241" name="row3_card1__241">
              <a:extLst xmlns:a="http://schemas.openxmlformats.org/drawingml/2006/main">
                <a:ext uri="{FF2B5EF4-FFF2-40B4-BE49-F238E27FC236}">
                  <a16:creationId xmlns:a16="http://schemas.microsoft.com/office/drawing/2014/main" id="{161ADC12-2A24-44BF-863A-B8A965D2A9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05125" y="61150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Chart Agent</a:t>
              </a:r>
            </a:p>
          </p:txBody>
        </p:sp>
      </p:grpSp>
      <p:sp>
        <p:nvSpPr>
          <p:cNvPr id="242" name="row3_arrows__242">
            <a:extLst xmlns:a="http://schemas.openxmlformats.org/drawingml/2006/main">
              <a:ext uri="{FF2B5EF4-FFF2-40B4-BE49-F238E27FC236}">
                <a16:creationId xmlns:a16="http://schemas.microsoft.com/office/drawing/2014/main" id="{6F416331-926B-4700-B785-C2F925A2D0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34025" y="58864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243" name="row3_arrows__243">
            <a:extLst xmlns:a="http://schemas.openxmlformats.org/drawingml/2006/main">
              <a:ext uri="{FF2B5EF4-FFF2-40B4-BE49-F238E27FC236}">
                <a16:creationId xmlns:a16="http://schemas.microsoft.com/office/drawing/2014/main" id="{B9277D4F-B5CA-49FD-8250-5F33DED305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15000" y="58007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grpSp>
        <p:nvGrpSpPr>
          <p:cNvPr id="10009" name="row3_card2"/>
          <p:cNvGrpSpPr/>
          <p:nvPr/>
        </p:nvGrpSpPr>
        <p:grpSpPr>
          <ns1:xfrm xmlns:ns1="http://schemas.openxmlformats.org/drawingml/2006/main">
            <ns1:off x="6019800" y="5334000"/>
            <ns1:ext cx="2514600" cy="1104900"/>
            <ns1:chOff x="6019800" y="5334000"/>
            <ns1:chExt cx="2514600" cy="1104900"/>
          </ns1:xfrm>
        </p:grpSpPr>
        <p:sp>
          <p:nvSpPr>
            <p:cNvPr id="244" name="row3_card2__244">
              <a:extLst xmlns:a="http://schemas.openxmlformats.org/drawingml/2006/main">
                <a:ext uri="{FF2B5EF4-FFF2-40B4-BE49-F238E27FC236}">
                  <a16:creationId xmlns:a16="http://schemas.microsoft.com/office/drawing/2014/main" id="{D1EAA036-C065-4DBC-8C30-05C23E5073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19800" y="53340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245" name="row3_card2__245">
              <a:extLst xmlns:a="http://schemas.openxmlformats.org/drawingml/2006/main">
                <a:ext uri="{FF2B5EF4-FFF2-40B4-BE49-F238E27FC236}">
                  <a16:creationId xmlns:a16="http://schemas.microsoft.com/office/drawing/2014/main" id="{233D4A7B-DC3E-4955-9D34-00DF6947ED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05575" y="5438775"/>
              <a:ext cx="676275" cy="6762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939EAB"/>
              </a:solidFill>
            </a:ln>
          </p:spPr>
        </p:sp>
        <p:sp>
          <p:nvSpPr>
            <p:cNvPr id="246" name="row3_card2__246">
              <a:extLst xmlns:a="http://schemas.openxmlformats.org/drawingml/2006/main">
                <a:ext uri="{FF2B5EF4-FFF2-40B4-BE49-F238E27FC236}">
                  <a16:creationId xmlns:a16="http://schemas.microsoft.com/office/drawing/2014/main" id="{86698E4A-66A0-4EC5-9BF8-AB3B5BE7B3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52163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47" name="row3_card2__247">
              <a:extLst xmlns:a="http://schemas.openxmlformats.org/drawingml/2006/main">
                <a:ext uri="{FF2B5EF4-FFF2-40B4-BE49-F238E27FC236}">
                  <a16:creationId xmlns:a16="http://schemas.microsoft.com/office/drawing/2014/main" id="{A256371E-6CA1-4136-A473-398625B096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52163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48" name="row3_card2__248">
              <a:extLst xmlns:a="http://schemas.openxmlformats.org/drawingml/2006/main">
                <a:ext uri="{FF2B5EF4-FFF2-40B4-BE49-F238E27FC236}">
                  <a16:creationId xmlns:a16="http://schemas.microsoft.com/office/drawing/2014/main" id="{8A6CB82B-52D6-4AF7-B7E5-BA0CA03F03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27305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49" name="row3_card2__249">
              <a:extLst xmlns:a="http://schemas.openxmlformats.org/drawingml/2006/main">
                <a:ext uri="{FF2B5EF4-FFF2-40B4-BE49-F238E27FC236}">
                  <a16:creationId xmlns:a16="http://schemas.microsoft.com/office/drawing/2014/main" id="{57ADDCA2-F93E-412E-9C00-19CA6E319D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27305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50" name="row3_card2__250">
              <a:extLst xmlns:a="http://schemas.openxmlformats.org/drawingml/2006/main">
                <a:ext uri="{FF2B5EF4-FFF2-40B4-BE49-F238E27FC236}">
                  <a16:creationId xmlns:a16="http://schemas.microsoft.com/office/drawing/2014/main" id="{1979D8F4-7EA6-4278-90AD-47F0C105A8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27305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51" name="row3_card2__251">
              <a:extLst xmlns:a="http://schemas.openxmlformats.org/drawingml/2006/main">
                <a:ext uri="{FF2B5EF4-FFF2-40B4-BE49-F238E27FC236}">
                  <a16:creationId xmlns:a16="http://schemas.microsoft.com/office/drawing/2014/main" id="{678926E5-0D16-4527-BCE8-F54EB3E42B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27305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52" name="row3_card2__252">
              <a:extLst xmlns:a="http://schemas.openxmlformats.org/drawingml/2006/main">
                <a:ext uri="{FF2B5EF4-FFF2-40B4-BE49-F238E27FC236}">
                  <a16:creationId xmlns:a16="http://schemas.microsoft.com/office/drawing/2014/main" id="{FC355595-2ADC-44EE-8554-94CBC16277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27305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53" name="row3_card2__253">
              <a:extLst xmlns:a="http://schemas.openxmlformats.org/drawingml/2006/main">
                <a:ext uri="{FF2B5EF4-FFF2-40B4-BE49-F238E27FC236}">
                  <a16:creationId xmlns:a16="http://schemas.microsoft.com/office/drawing/2014/main" id="{6BA76AB9-A657-4780-8CFC-A9B298D228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27305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54" name="row3_card2__254">
              <a:extLst xmlns:a="http://schemas.openxmlformats.org/drawingml/2006/main">
                <a:ext uri="{FF2B5EF4-FFF2-40B4-BE49-F238E27FC236}">
                  <a16:creationId xmlns:a16="http://schemas.microsoft.com/office/drawing/2014/main" id="{96EA82FC-53D9-476B-894F-AB75AA5527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02446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55" name="row3_card2__255">
              <a:extLst xmlns:a="http://schemas.openxmlformats.org/drawingml/2006/main">
                <a:ext uri="{FF2B5EF4-FFF2-40B4-BE49-F238E27FC236}">
                  <a16:creationId xmlns:a16="http://schemas.microsoft.com/office/drawing/2014/main" id="{1924894F-D5D1-40A6-8A99-2BCFFA0911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02446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56" name="row3_card2__256">
              <a:extLst xmlns:a="http://schemas.openxmlformats.org/drawingml/2006/main">
                <a:ext uri="{FF2B5EF4-FFF2-40B4-BE49-F238E27FC236}">
                  <a16:creationId xmlns:a16="http://schemas.microsoft.com/office/drawing/2014/main" id="{08AA20E6-6296-497E-933D-FCAD7386BB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02446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57" name="row3_card2__257">
              <a:extLst xmlns:a="http://schemas.openxmlformats.org/drawingml/2006/main">
                <a:ext uri="{FF2B5EF4-FFF2-40B4-BE49-F238E27FC236}">
                  <a16:creationId xmlns:a16="http://schemas.microsoft.com/office/drawing/2014/main" id="{988258DC-C474-4BB3-8226-CFB8E0AF39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02446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58" name="row3_card2__258">
              <a:extLst xmlns:a="http://schemas.openxmlformats.org/drawingml/2006/main">
                <a:ext uri="{FF2B5EF4-FFF2-40B4-BE49-F238E27FC236}">
                  <a16:creationId xmlns:a16="http://schemas.microsoft.com/office/drawing/2014/main" id="{8E74623D-BCAA-40DF-9B12-9282A30E5C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02446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59" name="row3_card2__259">
              <a:extLst xmlns:a="http://schemas.openxmlformats.org/drawingml/2006/main">
                <a:ext uri="{FF2B5EF4-FFF2-40B4-BE49-F238E27FC236}">
                  <a16:creationId xmlns:a16="http://schemas.microsoft.com/office/drawing/2014/main" id="{91B60539-43B1-4D27-BF11-60DF9B3BEA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02446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60" name="row3_card2__260">
              <a:extLst xmlns:a="http://schemas.openxmlformats.org/drawingml/2006/main">
                <a:ext uri="{FF2B5EF4-FFF2-40B4-BE49-F238E27FC236}">
                  <a16:creationId xmlns:a16="http://schemas.microsoft.com/office/drawing/2014/main" id="{7928D8B3-C5AD-42AB-996B-0CF1C2CE1F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77588" y="548536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61" name="row3_card2__261">
              <a:extLst xmlns:a="http://schemas.openxmlformats.org/drawingml/2006/main">
                <a:ext uri="{FF2B5EF4-FFF2-40B4-BE49-F238E27FC236}">
                  <a16:creationId xmlns:a16="http://schemas.microsoft.com/office/drawing/2014/main" id="{2682FC69-6F03-478C-9CEF-CF4F1FAB89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77588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62" name="row3_card2__262">
              <a:extLst xmlns:a="http://schemas.openxmlformats.org/drawingml/2006/main">
                <a:ext uri="{FF2B5EF4-FFF2-40B4-BE49-F238E27FC236}">
                  <a16:creationId xmlns:a16="http://schemas.microsoft.com/office/drawing/2014/main" id="{AE116610-F67C-4792-BED0-97B5DAFA0C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77588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63" name="row3_card2__263">
              <a:extLst xmlns:a="http://schemas.openxmlformats.org/drawingml/2006/main">
                <a:ext uri="{FF2B5EF4-FFF2-40B4-BE49-F238E27FC236}">
                  <a16:creationId xmlns:a16="http://schemas.microsoft.com/office/drawing/2014/main" id="{0932E446-169A-474C-BA03-5F48D7C4DE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77588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64" name="row3_card2__264">
              <a:extLst xmlns:a="http://schemas.openxmlformats.org/drawingml/2006/main">
                <a:ext uri="{FF2B5EF4-FFF2-40B4-BE49-F238E27FC236}">
                  <a16:creationId xmlns:a16="http://schemas.microsoft.com/office/drawing/2014/main" id="{13D038E4-B5EC-409F-8674-D7EDE05C91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77588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65" name="row3_card2__265">
              <a:extLst xmlns:a="http://schemas.openxmlformats.org/drawingml/2006/main">
                <a:ext uri="{FF2B5EF4-FFF2-40B4-BE49-F238E27FC236}">
                  <a16:creationId xmlns:a16="http://schemas.microsoft.com/office/drawing/2014/main" id="{AF02BAE0-6EDF-4FC7-9F38-FD6E563F8B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77588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66" name="row3_card2__266">
              <a:extLst xmlns:a="http://schemas.openxmlformats.org/drawingml/2006/main">
                <a:ext uri="{FF2B5EF4-FFF2-40B4-BE49-F238E27FC236}">
                  <a16:creationId xmlns:a16="http://schemas.microsoft.com/office/drawing/2014/main" id="{8379817E-4777-4B86-903D-F610A1A126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77588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67" name="row3_card2__267">
              <a:extLst xmlns:a="http://schemas.openxmlformats.org/drawingml/2006/main">
                <a:ext uri="{FF2B5EF4-FFF2-40B4-BE49-F238E27FC236}">
                  <a16:creationId xmlns:a16="http://schemas.microsoft.com/office/drawing/2014/main" id="{80873263-C3DC-40EE-A560-B6F820158D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77588" y="601135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68" name="row3_card2__268">
              <a:extLst xmlns:a="http://schemas.openxmlformats.org/drawingml/2006/main">
                <a:ext uri="{FF2B5EF4-FFF2-40B4-BE49-F238E27FC236}">
                  <a16:creationId xmlns:a16="http://schemas.microsoft.com/office/drawing/2014/main" id="{41CD0EAF-E07C-4180-9B04-6356A12AC4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2730" y="548536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69" name="row3_card2__269">
              <a:extLst xmlns:a="http://schemas.openxmlformats.org/drawingml/2006/main">
                <a:ext uri="{FF2B5EF4-FFF2-40B4-BE49-F238E27FC236}">
                  <a16:creationId xmlns:a16="http://schemas.microsoft.com/office/drawing/2014/main" id="{F6058279-0D65-4170-BF93-CC5B893176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2730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70" name="row3_card2__270">
              <a:extLst xmlns:a="http://schemas.openxmlformats.org/drawingml/2006/main">
                <a:ext uri="{FF2B5EF4-FFF2-40B4-BE49-F238E27FC236}">
                  <a16:creationId xmlns:a16="http://schemas.microsoft.com/office/drawing/2014/main" id="{68C84A2E-4502-4529-BEE6-091ACC6579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2730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71" name="row3_card2__271">
              <a:extLst xmlns:a="http://schemas.openxmlformats.org/drawingml/2006/main">
                <a:ext uri="{FF2B5EF4-FFF2-40B4-BE49-F238E27FC236}">
                  <a16:creationId xmlns:a16="http://schemas.microsoft.com/office/drawing/2014/main" id="{6D1C56BB-44A9-4495-97C6-4EB83E97EB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2730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72" name="row3_card2__272">
              <a:extLst xmlns:a="http://schemas.openxmlformats.org/drawingml/2006/main">
                <a:ext uri="{FF2B5EF4-FFF2-40B4-BE49-F238E27FC236}">
                  <a16:creationId xmlns:a16="http://schemas.microsoft.com/office/drawing/2014/main" id="{C34582C4-3F4F-4EC0-8380-4CD39FC884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2730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73" name="row3_card2__273">
              <a:extLst xmlns:a="http://schemas.openxmlformats.org/drawingml/2006/main">
                <a:ext uri="{FF2B5EF4-FFF2-40B4-BE49-F238E27FC236}">
                  <a16:creationId xmlns:a16="http://schemas.microsoft.com/office/drawing/2014/main" id="{BAA6F867-2F34-47F5-BFEB-46004AF57A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2730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74" name="row3_card2__274">
              <a:extLst xmlns:a="http://schemas.openxmlformats.org/drawingml/2006/main">
                <a:ext uri="{FF2B5EF4-FFF2-40B4-BE49-F238E27FC236}">
                  <a16:creationId xmlns:a16="http://schemas.microsoft.com/office/drawing/2014/main" id="{F1FF9C36-5456-4D55-829B-18A04D3EC9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2730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75" name="row3_card2__275">
              <a:extLst xmlns:a="http://schemas.openxmlformats.org/drawingml/2006/main">
                <a:ext uri="{FF2B5EF4-FFF2-40B4-BE49-F238E27FC236}">
                  <a16:creationId xmlns:a16="http://schemas.microsoft.com/office/drawing/2014/main" id="{32730676-D802-4DD5-9B0E-9854332A8E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2730" y="601135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76" name="row3_card2__276">
              <a:extLst xmlns:a="http://schemas.openxmlformats.org/drawingml/2006/main">
                <a:ext uri="{FF2B5EF4-FFF2-40B4-BE49-F238E27FC236}">
                  <a16:creationId xmlns:a16="http://schemas.microsoft.com/office/drawing/2014/main" id="{CB770F49-F4F3-4832-92CA-355FA8B95D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27871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77" name="row3_card2__277">
              <a:extLst xmlns:a="http://schemas.openxmlformats.org/drawingml/2006/main">
                <a:ext uri="{FF2B5EF4-FFF2-40B4-BE49-F238E27FC236}">
                  <a16:creationId xmlns:a16="http://schemas.microsoft.com/office/drawing/2014/main" id="{AAE6F409-C750-4F53-8059-00B1C76C89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27871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78" name="row3_card2__278">
              <a:extLst xmlns:a="http://schemas.openxmlformats.org/drawingml/2006/main">
                <a:ext uri="{FF2B5EF4-FFF2-40B4-BE49-F238E27FC236}">
                  <a16:creationId xmlns:a16="http://schemas.microsoft.com/office/drawing/2014/main" id="{0C834949-3724-4978-9716-1DDE408182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27871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79" name="row3_card2__279">
              <a:extLst xmlns:a="http://schemas.openxmlformats.org/drawingml/2006/main">
                <a:ext uri="{FF2B5EF4-FFF2-40B4-BE49-F238E27FC236}">
                  <a16:creationId xmlns:a16="http://schemas.microsoft.com/office/drawing/2014/main" id="{CECDEADA-644A-4C89-8F3E-664C07046C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27871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80" name="row3_card2__280">
              <a:extLst xmlns:a="http://schemas.openxmlformats.org/drawingml/2006/main">
                <a:ext uri="{FF2B5EF4-FFF2-40B4-BE49-F238E27FC236}">
                  <a16:creationId xmlns:a16="http://schemas.microsoft.com/office/drawing/2014/main" id="{C43033C5-D239-4277-98A9-51EBC81A6A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27871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81" name="row3_card2__281">
              <a:extLst xmlns:a="http://schemas.openxmlformats.org/drawingml/2006/main">
                <a:ext uri="{FF2B5EF4-FFF2-40B4-BE49-F238E27FC236}">
                  <a16:creationId xmlns:a16="http://schemas.microsoft.com/office/drawing/2014/main" id="{F00C4F1A-2ECB-485C-B682-902E779F90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27871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82" name="row3_card2__282">
              <a:extLst xmlns:a="http://schemas.openxmlformats.org/drawingml/2006/main">
                <a:ext uri="{FF2B5EF4-FFF2-40B4-BE49-F238E27FC236}">
                  <a16:creationId xmlns:a16="http://schemas.microsoft.com/office/drawing/2014/main" id="{68BF19D7-9730-4DAD-9A84-036BE191F3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03013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83" name="row3_card2__283">
              <a:extLst xmlns:a="http://schemas.openxmlformats.org/drawingml/2006/main">
                <a:ext uri="{FF2B5EF4-FFF2-40B4-BE49-F238E27FC236}">
                  <a16:creationId xmlns:a16="http://schemas.microsoft.com/office/drawing/2014/main" id="{8293057F-C3DF-4583-9485-AC681A3DB3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03013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84" name="row3_card2__284">
              <a:extLst xmlns:a="http://schemas.openxmlformats.org/drawingml/2006/main">
                <a:ext uri="{FF2B5EF4-FFF2-40B4-BE49-F238E27FC236}">
                  <a16:creationId xmlns:a16="http://schemas.microsoft.com/office/drawing/2014/main" id="{FA371E70-0980-4D97-AA66-C166D7CE36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03013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85" name="row3_card2__285">
              <a:extLst xmlns:a="http://schemas.openxmlformats.org/drawingml/2006/main">
                <a:ext uri="{FF2B5EF4-FFF2-40B4-BE49-F238E27FC236}">
                  <a16:creationId xmlns:a16="http://schemas.microsoft.com/office/drawing/2014/main" id="{D4B08BE9-0518-4185-9D57-B13DE0E992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03013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86" name="row3_card2__286">
              <a:extLst xmlns:a="http://schemas.openxmlformats.org/drawingml/2006/main">
                <a:ext uri="{FF2B5EF4-FFF2-40B4-BE49-F238E27FC236}">
                  <a16:creationId xmlns:a16="http://schemas.microsoft.com/office/drawing/2014/main" id="{B5B4AC99-D0C9-4D59-9BF2-9D7D766021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03013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87" name="row3_card2__287">
              <a:extLst xmlns:a="http://schemas.openxmlformats.org/drawingml/2006/main">
                <a:ext uri="{FF2B5EF4-FFF2-40B4-BE49-F238E27FC236}">
                  <a16:creationId xmlns:a16="http://schemas.microsoft.com/office/drawing/2014/main" id="{56452988-13C4-412F-8C41-FF23AEA218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03013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88" name="row3_card2__288">
              <a:extLst xmlns:a="http://schemas.openxmlformats.org/drawingml/2006/main">
                <a:ext uri="{FF2B5EF4-FFF2-40B4-BE49-F238E27FC236}">
                  <a16:creationId xmlns:a16="http://schemas.microsoft.com/office/drawing/2014/main" id="{1D7F198F-AB5D-404B-A56F-79FA268BF0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78155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BB678"/>
            </a:solidFill>
            <a:ln xmlns:a="http://schemas.openxmlformats.org/drawingml/2006/main" w="0">
              <a:noFill/>
            </a:ln>
          </p:spPr>
        </p:sp>
        <p:sp>
          <p:nvSpPr>
            <p:cNvPr id="289" name="row3_card2__289">
              <a:extLst xmlns:a="http://schemas.openxmlformats.org/drawingml/2006/main">
                <a:ext uri="{FF2B5EF4-FFF2-40B4-BE49-F238E27FC236}">
                  <a16:creationId xmlns:a16="http://schemas.microsoft.com/office/drawing/2014/main" id="{A5803900-EBE5-4298-B63B-FE91A7DA45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78155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90" name="row3_card2__290">
              <a:extLst xmlns:a="http://schemas.openxmlformats.org/drawingml/2006/main">
                <a:ext uri="{FF2B5EF4-FFF2-40B4-BE49-F238E27FC236}">
                  <a16:creationId xmlns:a16="http://schemas.microsoft.com/office/drawing/2014/main" id="{2029057A-3C97-4323-8FBB-6B6C8D89E3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16662" y="6096000"/>
              <a:ext cx="54102" cy="953"/>
            </a:xfrm>
            <a:custGeom xmlns:a="http://schemas.openxmlformats.org/drawingml/2006/main">
              <a:pathLst>
                <a:path w="54102" h="953">
                  <a:moveTo>
                    <a:pt x="0" y="0"/>
                  </a:moveTo>
                  <a:lnTo>
                    <a:pt x="5410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FFFFFF"/>
              </a:solidFill>
            </a:ln>
          </p:spPr>
        </p:sp>
        <p:sp>
          <p:nvSpPr>
            <p:cNvPr id="291" name="row3_card2__291">
              <a:extLst xmlns:a="http://schemas.openxmlformats.org/drawingml/2006/main">
                <a:ext uri="{FF2B5EF4-FFF2-40B4-BE49-F238E27FC236}">
                  <a16:creationId xmlns:a16="http://schemas.microsoft.com/office/drawing/2014/main" id="{1E60461D-7719-4515-B4AA-2B63893913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72350" y="5438775"/>
              <a:ext cx="676275" cy="6762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939EAB"/>
              </a:solidFill>
            </a:ln>
          </p:spPr>
        </p:sp>
        <p:sp>
          <p:nvSpPr>
            <p:cNvPr id="292" name="row3_card2__292">
              <a:extLst xmlns:a="http://schemas.openxmlformats.org/drawingml/2006/main">
                <a:ext uri="{FF2B5EF4-FFF2-40B4-BE49-F238E27FC236}">
                  <a16:creationId xmlns:a16="http://schemas.microsoft.com/office/drawing/2014/main" id="{E952932C-324E-4470-A765-4C84C2F802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18938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293" name="row3_card2__293">
              <a:extLst xmlns:a="http://schemas.openxmlformats.org/drawingml/2006/main">
                <a:ext uri="{FF2B5EF4-FFF2-40B4-BE49-F238E27FC236}">
                  <a16:creationId xmlns:a16="http://schemas.microsoft.com/office/drawing/2014/main" id="{63A900C8-0A21-4F33-80D5-B002B80230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18938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94" name="row3_card2__294">
              <a:extLst xmlns:a="http://schemas.openxmlformats.org/drawingml/2006/main">
                <a:ext uri="{FF2B5EF4-FFF2-40B4-BE49-F238E27FC236}">
                  <a16:creationId xmlns:a16="http://schemas.microsoft.com/office/drawing/2014/main" id="{F7D228AD-944C-4248-887D-164AC751FA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94080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295" name="row3_card2__295">
              <a:extLst xmlns:a="http://schemas.openxmlformats.org/drawingml/2006/main">
                <a:ext uri="{FF2B5EF4-FFF2-40B4-BE49-F238E27FC236}">
                  <a16:creationId xmlns:a16="http://schemas.microsoft.com/office/drawing/2014/main" id="{BF1E83C1-B356-40F5-8496-7E1F70675F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94080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96" name="row3_card2__296">
              <a:extLst xmlns:a="http://schemas.openxmlformats.org/drawingml/2006/main">
                <a:ext uri="{FF2B5EF4-FFF2-40B4-BE49-F238E27FC236}">
                  <a16:creationId xmlns:a16="http://schemas.microsoft.com/office/drawing/2014/main" id="{DBC286D7-6B83-4333-97B9-8858D70213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94080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297" name="row3_card2__297">
              <a:extLst xmlns:a="http://schemas.openxmlformats.org/drawingml/2006/main">
                <a:ext uri="{FF2B5EF4-FFF2-40B4-BE49-F238E27FC236}">
                  <a16:creationId xmlns:a16="http://schemas.microsoft.com/office/drawing/2014/main" id="{B83141E5-164F-47FF-AECC-9EB06C6897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94080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298" name="row3_card2__298">
              <a:extLst xmlns:a="http://schemas.openxmlformats.org/drawingml/2006/main">
                <a:ext uri="{FF2B5EF4-FFF2-40B4-BE49-F238E27FC236}">
                  <a16:creationId xmlns:a16="http://schemas.microsoft.com/office/drawing/2014/main" id="{E59E58E0-802B-495B-B428-EBADEB90B3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94080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299" name="row3_card2__299">
              <a:extLst xmlns:a="http://schemas.openxmlformats.org/drawingml/2006/main">
                <a:ext uri="{FF2B5EF4-FFF2-40B4-BE49-F238E27FC236}">
                  <a16:creationId xmlns:a16="http://schemas.microsoft.com/office/drawing/2014/main" id="{BE0D25FC-1629-4C18-861F-D140D0CD6C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94080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00" name="row3_card2__300">
              <a:extLst xmlns:a="http://schemas.openxmlformats.org/drawingml/2006/main">
                <a:ext uri="{FF2B5EF4-FFF2-40B4-BE49-F238E27FC236}">
                  <a16:creationId xmlns:a16="http://schemas.microsoft.com/office/drawing/2014/main" id="{63B22EB9-4FF2-46B2-91D0-F33D073C56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69221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01" name="row3_card2__301">
              <a:extLst xmlns:a="http://schemas.openxmlformats.org/drawingml/2006/main">
                <a:ext uri="{FF2B5EF4-FFF2-40B4-BE49-F238E27FC236}">
                  <a16:creationId xmlns:a16="http://schemas.microsoft.com/office/drawing/2014/main" id="{7C731F90-E3BF-47AD-A6E8-5AAE9EDF36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69221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02" name="row3_card2__302">
              <a:extLst xmlns:a="http://schemas.openxmlformats.org/drawingml/2006/main">
                <a:ext uri="{FF2B5EF4-FFF2-40B4-BE49-F238E27FC236}">
                  <a16:creationId xmlns:a16="http://schemas.microsoft.com/office/drawing/2014/main" id="{E405205E-F97B-4A3F-B3CB-C209BE8134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69221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03" name="row3_card2__303">
              <a:extLst xmlns:a="http://schemas.openxmlformats.org/drawingml/2006/main">
                <a:ext uri="{FF2B5EF4-FFF2-40B4-BE49-F238E27FC236}">
                  <a16:creationId xmlns:a16="http://schemas.microsoft.com/office/drawing/2014/main" id="{FA0CEC50-1C87-43C1-82B1-7CC3F02480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69221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04" name="row3_card2__304">
              <a:extLst xmlns:a="http://schemas.openxmlformats.org/drawingml/2006/main">
                <a:ext uri="{FF2B5EF4-FFF2-40B4-BE49-F238E27FC236}">
                  <a16:creationId xmlns:a16="http://schemas.microsoft.com/office/drawing/2014/main" id="{99BD067A-4250-45CB-BD15-7463DC7A83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69221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05" name="row3_card2__305">
              <a:extLst xmlns:a="http://schemas.openxmlformats.org/drawingml/2006/main">
                <a:ext uri="{FF2B5EF4-FFF2-40B4-BE49-F238E27FC236}">
                  <a16:creationId xmlns:a16="http://schemas.microsoft.com/office/drawing/2014/main" id="{C0823F62-2DD7-40D0-82F5-011C78A22F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69221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06" name="row3_card2__306">
              <a:extLst xmlns:a="http://schemas.openxmlformats.org/drawingml/2006/main">
                <a:ext uri="{FF2B5EF4-FFF2-40B4-BE49-F238E27FC236}">
                  <a16:creationId xmlns:a16="http://schemas.microsoft.com/office/drawing/2014/main" id="{CF77F402-D4EF-4B88-8D6C-B115A1BD75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4363" y="548536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07" name="row3_card2__307">
              <a:extLst xmlns:a="http://schemas.openxmlformats.org/drawingml/2006/main">
                <a:ext uri="{FF2B5EF4-FFF2-40B4-BE49-F238E27FC236}">
                  <a16:creationId xmlns:a16="http://schemas.microsoft.com/office/drawing/2014/main" id="{2A2D862E-3F12-429D-B97C-8B7F152B02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4363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08" name="row3_card2__308">
              <a:extLst xmlns:a="http://schemas.openxmlformats.org/drawingml/2006/main">
                <a:ext uri="{FF2B5EF4-FFF2-40B4-BE49-F238E27FC236}">
                  <a16:creationId xmlns:a16="http://schemas.microsoft.com/office/drawing/2014/main" id="{D60B107D-533C-44EB-A262-10917D61F9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4363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09" name="row3_card2__309">
              <a:extLst xmlns:a="http://schemas.openxmlformats.org/drawingml/2006/main">
                <a:ext uri="{FF2B5EF4-FFF2-40B4-BE49-F238E27FC236}">
                  <a16:creationId xmlns:a16="http://schemas.microsoft.com/office/drawing/2014/main" id="{19019F44-1A85-4D34-824C-6E9BD43B93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4363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10" name="row3_card2__310">
              <a:extLst xmlns:a="http://schemas.openxmlformats.org/drawingml/2006/main">
                <a:ext uri="{FF2B5EF4-FFF2-40B4-BE49-F238E27FC236}">
                  <a16:creationId xmlns:a16="http://schemas.microsoft.com/office/drawing/2014/main" id="{92C13B02-26B7-47E7-97A5-A15F9373CF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4363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11" name="row3_card2__311">
              <a:extLst xmlns:a="http://schemas.openxmlformats.org/drawingml/2006/main">
                <a:ext uri="{FF2B5EF4-FFF2-40B4-BE49-F238E27FC236}">
                  <a16:creationId xmlns:a16="http://schemas.microsoft.com/office/drawing/2014/main" id="{D3C20F5A-CCF3-41D1-9921-E396572878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4363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12" name="row3_card2__312">
              <a:extLst xmlns:a="http://schemas.openxmlformats.org/drawingml/2006/main">
                <a:ext uri="{FF2B5EF4-FFF2-40B4-BE49-F238E27FC236}">
                  <a16:creationId xmlns:a16="http://schemas.microsoft.com/office/drawing/2014/main" id="{051D7A76-1A22-4514-84A4-2C833ACA45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4363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13" name="row3_card2__313">
              <a:extLst xmlns:a="http://schemas.openxmlformats.org/drawingml/2006/main">
                <a:ext uri="{FF2B5EF4-FFF2-40B4-BE49-F238E27FC236}">
                  <a16:creationId xmlns:a16="http://schemas.microsoft.com/office/drawing/2014/main" id="{E341D94A-4E3A-43DE-81F1-E39B428AF7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4363" y="601135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14" name="row3_card2__314">
              <a:extLst xmlns:a="http://schemas.openxmlformats.org/drawingml/2006/main">
                <a:ext uri="{FF2B5EF4-FFF2-40B4-BE49-F238E27FC236}">
                  <a16:creationId xmlns:a16="http://schemas.microsoft.com/office/drawing/2014/main" id="{F1633818-FB86-45EF-9B9A-B2EACF8831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9505" y="548536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15" name="row3_card2__315">
              <a:extLst xmlns:a="http://schemas.openxmlformats.org/drawingml/2006/main">
                <a:ext uri="{FF2B5EF4-FFF2-40B4-BE49-F238E27FC236}">
                  <a16:creationId xmlns:a16="http://schemas.microsoft.com/office/drawing/2014/main" id="{CED9B762-900A-421B-9062-92EF962501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9505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16" name="row3_card2__316">
              <a:extLst xmlns:a="http://schemas.openxmlformats.org/drawingml/2006/main">
                <a:ext uri="{FF2B5EF4-FFF2-40B4-BE49-F238E27FC236}">
                  <a16:creationId xmlns:a16="http://schemas.microsoft.com/office/drawing/2014/main" id="{6B9E3F8A-DE4E-4765-BF45-92429F772C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9505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17" name="row3_card2__317">
              <a:extLst xmlns:a="http://schemas.openxmlformats.org/drawingml/2006/main">
                <a:ext uri="{FF2B5EF4-FFF2-40B4-BE49-F238E27FC236}">
                  <a16:creationId xmlns:a16="http://schemas.microsoft.com/office/drawing/2014/main" id="{B2B811A8-9B6D-4EC8-B593-A6742F14B5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9505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18" name="row3_card2__318">
              <a:extLst xmlns:a="http://schemas.openxmlformats.org/drawingml/2006/main">
                <a:ext uri="{FF2B5EF4-FFF2-40B4-BE49-F238E27FC236}">
                  <a16:creationId xmlns:a16="http://schemas.microsoft.com/office/drawing/2014/main" id="{E36D1994-71BB-4CB6-A90B-CBD21ECE0C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9505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19" name="row3_card2__319">
              <a:extLst xmlns:a="http://schemas.openxmlformats.org/drawingml/2006/main">
                <a:ext uri="{FF2B5EF4-FFF2-40B4-BE49-F238E27FC236}">
                  <a16:creationId xmlns:a16="http://schemas.microsoft.com/office/drawing/2014/main" id="{6F7B2765-317F-4E22-8BB6-650F135E1B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9505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20" name="row3_card2__320">
              <a:extLst xmlns:a="http://schemas.openxmlformats.org/drawingml/2006/main">
                <a:ext uri="{FF2B5EF4-FFF2-40B4-BE49-F238E27FC236}">
                  <a16:creationId xmlns:a16="http://schemas.microsoft.com/office/drawing/2014/main" id="{F14EB69E-DF1F-44B9-BC18-C3F784C39E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9505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21" name="row3_card2__321">
              <a:extLst xmlns:a="http://schemas.openxmlformats.org/drawingml/2006/main">
                <a:ext uri="{FF2B5EF4-FFF2-40B4-BE49-F238E27FC236}">
                  <a16:creationId xmlns:a16="http://schemas.microsoft.com/office/drawing/2014/main" id="{8A2D18E6-8894-4DE0-A41B-BA1A27AE5F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9505" y="601135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22" name="row3_card2__322">
              <a:extLst xmlns:a="http://schemas.openxmlformats.org/drawingml/2006/main">
                <a:ext uri="{FF2B5EF4-FFF2-40B4-BE49-F238E27FC236}">
                  <a16:creationId xmlns:a16="http://schemas.microsoft.com/office/drawing/2014/main" id="{D5682E46-E249-46B2-BB37-BEA3635046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94646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23" name="row3_card2__323">
              <a:extLst xmlns:a="http://schemas.openxmlformats.org/drawingml/2006/main">
                <a:ext uri="{FF2B5EF4-FFF2-40B4-BE49-F238E27FC236}">
                  <a16:creationId xmlns:a16="http://schemas.microsoft.com/office/drawing/2014/main" id="{F873A58B-B098-43B4-A143-73E5483C25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94646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24" name="row3_card2__324">
              <a:extLst xmlns:a="http://schemas.openxmlformats.org/drawingml/2006/main">
                <a:ext uri="{FF2B5EF4-FFF2-40B4-BE49-F238E27FC236}">
                  <a16:creationId xmlns:a16="http://schemas.microsoft.com/office/drawing/2014/main" id="{3F0F3918-C2B0-4B21-BA4D-DF5D848984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94646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25" name="row3_card2__325">
              <a:extLst xmlns:a="http://schemas.openxmlformats.org/drawingml/2006/main">
                <a:ext uri="{FF2B5EF4-FFF2-40B4-BE49-F238E27FC236}">
                  <a16:creationId xmlns:a16="http://schemas.microsoft.com/office/drawing/2014/main" id="{EEC5A909-BCFF-4CF3-82EA-6CF90CD8BA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94646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26" name="row3_card2__326">
              <a:extLst xmlns:a="http://schemas.openxmlformats.org/drawingml/2006/main">
                <a:ext uri="{FF2B5EF4-FFF2-40B4-BE49-F238E27FC236}">
                  <a16:creationId xmlns:a16="http://schemas.microsoft.com/office/drawing/2014/main" id="{E4DBE4A3-F2C2-43FE-A902-BF892BB1AB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94646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27" name="row3_card2__327">
              <a:extLst xmlns:a="http://schemas.openxmlformats.org/drawingml/2006/main">
                <a:ext uri="{FF2B5EF4-FFF2-40B4-BE49-F238E27FC236}">
                  <a16:creationId xmlns:a16="http://schemas.microsoft.com/office/drawing/2014/main" id="{EAF867CF-D3CD-45E2-A395-F16030F4B9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94646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28" name="row3_card2__328">
              <a:extLst xmlns:a="http://schemas.openxmlformats.org/drawingml/2006/main">
                <a:ext uri="{FF2B5EF4-FFF2-40B4-BE49-F238E27FC236}">
                  <a16:creationId xmlns:a16="http://schemas.microsoft.com/office/drawing/2014/main" id="{BD97B4A7-0539-424F-9FB5-8F2A6985E8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69788" y="5560505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29" name="row3_card2__329">
              <a:extLst xmlns:a="http://schemas.openxmlformats.org/drawingml/2006/main">
                <a:ext uri="{FF2B5EF4-FFF2-40B4-BE49-F238E27FC236}">
                  <a16:creationId xmlns:a16="http://schemas.microsoft.com/office/drawing/2014/main" id="{B397FD8A-BA92-4914-931F-D03EEC77E1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69788" y="5635646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30" name="row3_card2__330">
              <a:extLst xmlns:a="http://schemas.openxmlformats.org/drawingml/2006/main">
                <a:ext uri="{FF2B5EF4-FFF2-40B4-BE49-F238E27FC236}">
                  <a16:creationId xmlns:a16="http://schemas.microsoft.com/office/drawing/2014/main" id="{E4F9A2B1-D467-4908-AD28-177C8F15E8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69788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31" name="row3_card2__331">
              <a:extLst xmlns:a="http://schemas.openxmlformats.org/drawingml/2006/main">
                <a:ext uri="{FF2B5EF4-FFF2-40B4-BE49-F238E27FC236}">
                  <a16:creationId xmlns:a16="http://schemas.microsoft.com/office/drawing/2014/main" id="{7FDAFEA1-625B-4B86-A805-20B7C83AD6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69788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32" name="row3_card2__332">
              <a:extLst xmlns:a="http://schemas.openxmlformats.org/drawingml/2006/main">
                <a:ext uri="{FF2B5EF4-FFF2-40B4-BE49-F238E27FC236}">
                  <a16:creationId xmlns:a16="http://schemas.microsoft.com/office/drawing/2014/main" id="{0012B51B-4D74-4E50-B14C-A9722A5444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69788" y="5861071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33" name="row3_card2__333">
              <a:extLst xmlns:a="http://schemas.openxmlformats.org/drawingml/2006/main">
                <a:ext uri="{FF2B5EF4-FFF2-40B4-BE49-F238E27FC236}">
                  <a16:creationId xmlns:a16="http://schemas.microsoft.com/office/drawing/2014/main" id="{46BA1F78-782B-4296-9678-2F8A297861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69788" y="5936213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34" name="row3_card2__334">
              <a:extLst xmlns:a="http://schemas.openxmlformats.org/drawingml/2006/main">
                <a:ext uri="{FF2B5EF4-FFF2-40B4-BE49-F238E27FC236}">
                  <a16:creationId xmlns:a16="http://schemas.microsoft.com/office/drawing/2014/main" id="{C7D32274-99C1-4755-9FF6-8DF45ADE04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44930" y="5710788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ABB5C1"/>
            </a:solidFill>
            <a:ln xmlns:a="http://schemas.openxmlformats.org/drawingml/2006/main" w="0">
              <a:noFill/>
            </a:ln>
          </p:spPr>
        </p:sp>
        <p:sp>
          <p:nvSpPr>
            <p:cNvPr id="335" name="row3_card2__335">
              <a:extLst xmlns:a="http://schemas.openxmlformats.org/drawingml/2006/main">
                <a:ext uri="{FF2B5EF4-FFF2-40B4-BE49-F238E27FC236}">
                  <a16:creationId xmlns:a16="http://schemas.microsoft.com/office/drawing/2014/main" id="{C209E7B6-A27A-49F7-8071-44E2E0CF1A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44930" y="5785930"/>
              <a:ext cx="54102" cy="5410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EF2"/>
            </a:solidFill>
            <a:ln xmlns:a="http://schemas.openxmlformats.org/drawingml/2006/main" w="0">
              <a:noFill/>
            </a:ln>
          </p:spPr>
        </p:sp>
        <p:sp>
          <p:nvSpPr>
            <p:cNvPr id="336" name="row3_card2__336">
              <a:extLst xmlns:a="http://schemas.openxmlformats.org/drawingml/2006/main">
                <a:ext uri="{FF2B5EF4-FFF2-40B4-BE49-F238E27FC236}">
                  <a16:creationId xmlns:a16="http://schemas.microsoft.com/office/drawing/2014/main" id="{C6B98081-6FAE-4900-B8AB-8EC85AFE4C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83437" y="6096000"/>
              <a:ext cx="54102" cy="953"/>
            </a:xfrm>
            <a:custGeom xmlns:a="http://schemas.openxmlformats.org/drawingml/2006/main">
              <a:pathLst>
                <a:path w="54102" h="953">
                  <a:moveTo>
                    <a:pt x="0" y="0"/>
                  </a:moveTo>
                  <a:lnTo>
                    <a:pt x="5410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FFFFFF"/>
              </a:solidFill>
            </a:ln>
          </p:spPr>
        </p:sp>
        <p:sp>
          <p:nvSpPr>
            <p:cNvPr id="337" name="row3_card2__337">
              <a:extLst xmlns:a="http://schemas.openxmlformats.org/drawingml/2006/main">
                <a:ext uri="{FF2B5EF4-FFF2-40B4-BE49-F238E27FC236}">
                  <a16:creationId xmlns:a16="http://schemas.microsoft.com/office/drawing/2014/main" id="{15EC8858-CE2F-4093-A73F-5D3E2720A4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67425" y="61150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57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Good/Bad 자재 선정</a:t>
              </a:r>
            </a:p>
          </p:txBody>
        </p:sp>
      </p:grpSp>
      <p:sp>
        <p:nvSpPr>
          <p:cNvPr id="338" name="row3_arrows__338">
            <a:extLst xmlns:a="http://schemas.openxmlformats.org/drawingml/2006/main">
              <a:ext uri="{FF2B5EF4-FFF2-40B4-BE49-F238E27FC236}">
                <a16:creationId xmlns:a16="http://schemas.microsoft.com/office/drawing/2014/main" id="{508208D3-7034-4932-B527-B1DE2064E3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96325" y="58864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339" name="row3_arrows__339">
            <a:extLst xmlns:a="http://schemas.openxmlformats.org/drawingml/2006/main">
              <a:ext uri="{FF2B5EF4-FFF2-40B4-BE49-F238E27FC236}">
                <a16:creationId xmlns:a16="http://schemas.microsoft.com/office/drawing/2014/main" id="{E0009AC0-B287-462F-9D9B-8EE357F78F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77300" y="58007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grpSp>
        <p:nvGrpSpPr>
          <p:cNvPr id="10010" name="row3_card3"/>
          <p:cNvGrpSpPr/>
          <p:nvPr/>
        </p:nvGrpSpPr>
        <p:grpSpPr>
          <ns1:xfrm xmlns:ns1="http://schemas.openxmlformats.org/drawingml/2006/main">
            <ns1:off x="9182100" y="5334000"/>
            <ns1:ext cx="2514600" cy="1104900"/>
            <ns1:chOff x="9182100" y="5334000"/>
            <ns1:chExt cx="2514600" cy="1104900"/>
          </ns1:xfrm>
        </p:grpSpPr>
        <p:sp>
          <p:nvSpPr>
            <p:cNvPr id="340" name="row3_card3__340">
              <a:extLst xmlns:a="http://schemas.openxmlformats.org/drawingml/2006/main">
                <a:ext uri="{FF2B5EF4-FFF2-40B4-BE49-F238E27FC236}">
                  <a16:creationId xmlns:a16="http://schemas.microsoft.com/office/drawing/2014/main" id="{B2BCAF2A-8CF1-4561-8D3C-C9EE7933EF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82100" y="53340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341" name="row3_card3__341">
              <a:extLst xmlns:a="http://schemas.openxmlformats.org/drawingml/2006/main">
                <a:ext uri="{FF2B5EF4-FFF2-40B4-BE49-F238E27FC236}">
                  <a16:creationId xmlns:a16="http://schemas.microsoft.com/office/drawing/2014/main" id="{F551A8EC-E82A-499E-AB12-A0137CC33B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77425" y="5438775"/>
              <a:ext cx="953" cy="628650"/>
            </a:xfrm>
            <a:custGeom xmlns:a="http://schemas.openxmlformats.org/drawingml/2006/main">
              <a:pathLst>
                <a:path w="953" h="628650">
                  <a:moveTo>
                    <a:pt x="0" y="62865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D6E4F4"/>
              </a:solidFill>
            </a:ln>
          </p:spPr>
        </p:sp>
        <p:sp>
          <p:nvSpPr>
            <p:cNvPr id="342" name="row3_card3__342">
              <a:extLst xmlns:a="http://schemas.openxmlformats.org/drawingml/2006/main">
                <a:ext uri="{FF2B5EF4-FFF2-40B4-BE49-F238E27FC236}">
                  <a16:creationId xmlns:a16="http://schemas.microsoft.com/office/drawing/2014/main" id="{81244988-921F-478C-8D6F-2DA39C684A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5476875"/>
              <a:ext cx="741807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43" name="row3_card3__343">
              <a:extLst xmlns:a="http://schemas.openxmlformats.org/drawingml/2006/main">
                <a:ext uri="{FF2B5EF4-FFF2-40B4-BE49-F238E27FC236}">
                  <a16:creationId xmlns:a16="http://schemas.microsoft.com/office/drawing/2014/main" id="{A32292BC-4F4D-4024-88F8-5374589A74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5476875"/>
              <a:ext cx="445084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344" name="row3_card3__344">
              <a:extLst xmlns:a="http://schemas.openxmlformats.org/drawingml/2006/main">
                <a:ext uri="{FF2B5EF4-FFF2-40B4-BE49-F238E27FC236}">
                  <a16:creationId xmlns:a16="http://schemas.microsoft.com/office/drawing/2014/main" id="{39EB9659-1FC7-4F32-B528-F6126BDA0E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5619750"/>
              <a:ext cx="112395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45" name="row3_card3__345">
              <a:extLst xmlns:a="http://schemas.openxmlformats.org/drawingml/2006/main">
                <a:ext uri="{FF2B5EF4-FFF2-40B4-BE49-F238E27FC236}">
                  <a16:creationId xmlns:a16="http://schemas.microsoft.com/office/drawing/2014/main" id="{FAE3FCC0-D7EF-449C-A53F-38A7E59A28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5619750"/>
              <a:ext cx="67437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346" name="row3_card3__346">
              <a:extLst xmlns:a="http://schemas.openxmlformats.org/drawingml/2006/main">
                <a:ext uri="{FF2B5EF4-FFF2-40B4-BE49-F238E27FC236}">
                  <a16:creationId xmlns:a16="http://schemas.microsoft.com/office/drawing/2014/main" id="{929670D3-E0AD-457D-96C6-F46D580370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5762625"/>
              <a:ext cx="899160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47" name="row3_card3__347">
              <a:extLst xmlns:a="http://schemas.openxmlformats.org/drawingml/2006/main">
                <a:ext uri="{FF2B5EF4-FFF2-40B4-BE49-F238E27FC236}">
                  <a16:creationId xmlns:a16="http://schemas.microsoft.com/office/drawing/2014/main" id="{59513E56-5307-4CB6-818D-F798FA31C4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5762625"/>
              <a:ext cx="539496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348" name="row3_card3__348">
              <a:extLst xmlns:a="http://schemas.openxmlformats.org/drawingml/2006/main">
                <a:ext uri="{FF2B5EF4-FFF2-40B4-BE49-F238E27FC236}">
                  <a16:creationId xmlns:a16="http://schemas.microsoft.com/office/drawing/2014/main" id="{3A05702B-EFC0-4E08-9FBA-C562AE1972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5905500"/>
              <a:ext cx="494538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0">
              <a:noFill/>
            </a:ln>
          </p:spPr>
        </p:sp>
        <p:sp>
          <p:nvSpPr>
            <p:cNvPr id="349" name="row3_card3__349">
              <a:extLst xmlns:a="http://schemas.openxmlformats.org/drawingml/2006/main">
                <a:ext uri="{FF2B5EF4-FFF2-40B4-BE49-F238E27FC236}">
                  <a16:creationId xmlns:a16="http://schemas.microsoft.com/office/drawing/2014/main" id="{CA47F331-6916-4F2E-B1AF-4DCE2BC3CE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5905500"/>
              <a:ext cx="296723" cy="952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350" name="row3_card3__350">
              <a:extLst xmlns:a="http://schemas.openxmlformats.org/drawingml/2006/main">
                <a:ext uri="{FF2B5EF4-FFF2-40B4-BE49-F238E27FC236}">
                  <a16:creationId xmlns:a16="http://schemas.microsoft.com/office/drawing/2014/main" id="{BDFA5E31-107D-4008-A984-9B2162BC68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29725" y="61150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마이닝</a:t>
              </a:r>
            </a:p>
          </p:txBody>
        </p:sp>
      </p:grpSp>
      <p:sp>
        <p:nvSpPr>
          <p:cNvPr id="351" name="row3_arrows__351">
            <a:extLst xmlns:a="http://schemas.openxmlformats.org/drawingml/2006/main">
              <a:ext uri="{FF2B5EF4-FFF2-40B4-BE49-F238E27FC236}">
                <a16:creationId xmlns:a16="http://schemas.microsoft.com/office/drawing/2014/main" id="{C0E960B2-B8CB-438E-8BCF-880F4A3BE9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58625" y="5886450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sp>
        <p:nvSpPr>
          <p:cNvPr id="352" name="row3_arrows__352">
            <a:extLst xmlns:a="http://schemas.openxmlformats.org/drawingml/2006/main">
              <a:ext uri="{FF2B5EF4-FFF2-40B4-BE49-F238E27FC236}">
                <a16:creationId xmlns:a16="http://schemas.microsoft.com/office/drawing/2014/main" id="{73AE2841-E30A-468D-AE3A-C7BF222B97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39600" y="5800725"/>
            <a:ext cx="85725" cy="171450"/>
          </a:xfrm>
          <a:custGeom xmlns:a="http://schemas.openxmlformats.org/drawingml/2006/main">
            <a:pathLst>
              <a:path w="85725" h="171450">
                <a:moveTo>
                  <a:pt x="0" y="0"/>
                </a:moveTo>
                <a:lnTo>
                  <a:pt x="85725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568ED4"/>
            </a:solidFill>
          </a:ln>
        </p:spPr>
      </p:sp>
      <p:grpSp>
        <p:nvGrpSpPr>
          <p:cNvPr id="10011" name="row3_card4"/>
          <p:cNvGrpSpPr/>
          <p:nvPr/>
        </p:nvGrpSpPr>
        <p:grpSpPr>
          <ns1:xfrm xmlns:ns1="http://schemas.openxmlformats.org/drawingml/2006/main">
            <ns1:off x="12344400" y="5334000"/>
            <ns1:ext cx="2514600" cy="1104900"/>
            <ns1:chOff x="12344400" y="5334000"/>
            <ns1:chExt cx="2514600" cy="1104900"/>
          </ns1:xfrm>
        </p:grpSpPr>
        <p:sp>
          <p:nvSpPr>
            <p:cNvPr id="353" name="row3_card4__353">
              <a:extLst xmlns:a="http://schemas.openxmlformats.org/drawingml/2006/main">
                <a:ext uri="{FF2B5EF4-FFF2-40B4-BE49-F238E27FC236}">
                  <a16:creationId xmlns:a16="http://schemas.microsoft.com/office/drawing/2014/main" id="{339A2034-AF2C-4179-873F-17BF62017E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44400" y="5334000"/>
              <a:ext cx="25146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354" name="row3_card4__354">
              <a:extLst xmlns:a="http://schemas.openxmlformats.org/drawingml/2006/main">
                <a:ext uri="{FF2B5EF4-FFF2-40B4-BE49-F238E27FC236}">
                  <a16:creationId xmlns:a16="http://schemas.microsoft.com/office/drawing/2014/main" id="{EF7E0BBC-1147-48AD-B130-EF69540DC9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77825" y="5467350"/>
              <a:ext cx="1047750" cy="619125"/>
            </a:xfrm>
            <a:prstGeom xmlns:a="http://schemas.openxmlformats.org/drawingml/2006/main" prst="roundRect">
              <a:avLst>
                <a:gd name="adj" fmla="val 12308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83887"/>
              </a:solidFill>
            </a:ln>
          </p:spPr>
        </p:sp>
        <p:sp>
          <p:nvSpPr>
            <p:cNvPr id="355" name="row3_card4__355">
              <a:extLst xmlns:a="http://schemas.openxmlformats.org/drawingml/2006/main">
                <a:ext uri="{FF2B5EF4-FFF2-40B4-BE49-F238E27FC236}">
                  <a16:creationId xmlns:a16="http://schemas.microsoft.com/office/drawing/2014/main" id="{B58C7789-BF4E-4EAF-985F-BA21CAC0A8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92125" y="5600700"/>
              <a:ext cx="361950" cy="3619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15240">
              <a:noFill/>
            </a:ln>
          </p:spPr>
        </p:sp>
        <p:sp>
          <p:nvSpPr>
            <p:cNvPr id="356" name="row3_card4__356">
              <a:extLst xmlns:a="http://schemas.openxmlformats.org/drawingml/2006/main">
                <a:ext uri="{FF2B5EF4-FFF2-40B4-BE49-F238E27FC236}">
                  <a16:creationId xmlns:a16="http://schemas.microsoft.com/office/drawing/2014/main" id="{2E908FD4-1109-4798-A798-7BA9D6FB47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92125" y="5600700"/>
              <a:ext cx="361950" cy="361950"/>
            </a:xfrm>
            <a:prstGeom xmlns:a="http://schemas.openxmlformats.org/drawingml/2006/main" prst="pi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0">
              <a:noFill/>
            </a:ln>
          </p:spPr>
        </p:sp>
        <p:sp>
          <p:nvSpPr>
            <p:cNvPr id="357" name="row3_card4__357">
              <a:extLst xmlns:a="http://schemas.openxmlformats.org/drawingml/2006/main">
                <a:ext uri="{FF2B5EF4-FFF2-40B4-BE49-F238E27FC236}">
                  <a16:creationId xmlns:a16="http://schemas.microsoft.com/office/drawing/2014/main" id="{C045002B-E1E5-48EB-A527-A6D38021A6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68375" y="5610225"/>
              <a:ext cx="47625" cy="476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15240">
              <a:noFill/>
            </a:ln>
          </p:spPr>
        </p:sp>
        <p:sp>
          <p:nvSpPr>
            <p:cNvPr id="358" name="row3_card4__358">
              <a:extLst xmlns:a="http://schemas.openxmlformats.org/drawingml/2006/main">
                <a:ext uri="{FF2B5EF4-FFF2-40B4-BE49-F238E27FC236}">
                  <a16:creationId xmlns:a16="http://schemas.microsoft.com/office/drawing/2014/main" id="{75084325-159D-42C8-9625-D2C3BF43B1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01725" y="5638800"/>
              <a:ext cx="200025" cy="953"/>
            </a:xfrm>
            <a:custGeom xmlns:a="http://schemas.openxmlformats.org/drawingml/2006/main">
              <a:pathLst>
                <a:path w="200025" h="953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568ED4"/>
              </a:solidFill>
            </a:ln>
          </p:spPr>
        </p:sp>
        <p:sp>
          <p:nvSpPr>
            <p:cNvPr id="359" name="row3_card4__359">
              <a:extLst xmlns:a="http://schemas.openxmlformats.org/drawingml/2006/main">
                <a:ext uri="{FF2B5EF4-FFF2-40B4-BE49-F238E27FC236}">
                  <a16:creationId xmlns:a16="http://schemas.microsoft.com/office/drawing/2014/main" id="{40B0F1BD-EB22-494D-A2C2-CE535C7A2B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68375" y="5753100"/>
              <a:ext cx="47625" cy="476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15240">
              <a:noFill/>
            </a:ln>
          </p:spPr>
        </p:sp>
        <p:sp>
          <p:nvSpPr>
            <p:cNvPr id="360" name="row3_card4__360">
              <a:extLst xmlns:a="http://schemas.openxmlformats.org/drawingml/2006/main">
                <a:ext uri="{FF2B5EF4-FFF2-40B4-BE49-F238E27FC236}">
                  <a16:creationId xmlns:a16="http://schemas.microsoft.com/office/drawing/2014/main" id="{2D4CDDCE-BB48-4DD4-9491-0D1E9DC9EC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01725" y="5781675"/>
              <a:ext cx="200025" cy="953"/>
            </a:xfrm>
            <a:custGeom xmlns:a="http://schemas.openxmlformats.org/drawingml/2006/main">
              <a:pathLst>
                <a:path w="200025" h="953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568ED4"/>
              </a:solidFill>
            </a:ln>
          </p:spPr>
        </p:sp>
        <p:sp>
          <p:nvSpPr>
            <p:cNvPr id="361" name="row3_card4__361">
              <a:extLst xmlns:a="http://schemas.openxmlformats.org/drawingml/2006/main">
                <a:ext uri="{FF2B5EF4-FFF2-40B4-BE49-F238E27FC236}">
                  <a16:creationId xmlns:a16="http://schemas.microsoft.com/office/drawing/2014/main" id="{94595A55-C348-4BAA-96F7-39B7163248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68375" y="5895975"/>
              <a:ext cx="47625" cy="476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568ED4"/>
            </a:solidFill>
            <a:ln xmlns:a="http://schemas.openxmlformats.org/drawingml/2006/main" w="15240">
              <a:noFill/>
            </a:ln>
          </p:spPr>
        </p:sp>
        <p:sp>
          <p:nvSpPr>
            <p:cNvPr id="362" name="row3_card4__362">
              <a:extLst xmlns:a="http://schemas.openxmlformats.org/drawingml/2006/main">
                <a:ext uri="{FF2B5EF4-FFF2-40B4-BE49-F238E27FC236}">
                  <a16:creationId xmlns:a16="http://schemas.microsoft.com/office/drawing/2014/main" id="{149E98E0-D455-4F54-B5AA-F690B8DD39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01725" y="5924550"/>
              <a:ext cx="200025" cy="953"/>
            </a:xfrm>
            <a:custGeom xmlns:a="http://schemas.openxmlformats.org/drawingml/2006/main">
              <a:pathLst>
                <a:path w="200025" h="953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568ED4"/>
              </a:solidFill>
            </a:ln>
          </p:spPr>
        </p:sp>
        <p:sp>
          <p:nvSpPr>
            <p:cNvPr id="363" name="row3_card4__363">
              <a:extLst xmlns:a="http://schemas.openxmlformats.org/drawingml/2006/main">
                <a:ext uri="{FF2B5EF4-FFF2-40B4-BE49-F238E27FC236}">
                  <a16:creationId xmlns:a16="http://schemas.microsoft.com/office/drawing/2014/main" id="{2CB39223-1DD8-473E-B35E-87C2BAFAD7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92025" y="6115050"/>
              <a:ext cx="24193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PPT Agent</a:t>
              </a:r>
            </a:p>
          </p:txBody>
        </p:sp>
      </p:grpSp>
      <p:sp>
        <p:nvSpPr>
          <p:cNvPr id="364" name="row4_base__364">
            <a:extLst xmlns:a="http://schemas.openxmlformats.org/drawingml/2006/main">
              <a:ext uri="{FF2B5EF4-FFF2-40B4-BE49-F238E27FC236}">
                <a16:creationId xmlns:a16="http://schemas.microsoft.com/office/drawing/2014/main" id="{EF23CA9B-E376-460A-9993-083AC1D8FD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" y="6657975"/>
            <a:ext cx="14668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365" name="row4_base__365">
            <a:extLst xmlns:a="http://schemas.openxmlformats.org/drawingml/2006/main">
              <a:ext uri="{FF2B5EF4-FFF2-40B4-BE49-F238E27FC236}">
                <a16:creationId xmlns:a16="http://schemas.microsoft.com/office/drawing/2014/main" id="{6F7983BC-5474-4E9D-B520-FA6E28AE38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4825" y="68389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68ED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568ED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66" name="row4_base__366">
            <a:extLst xmlns:a="http://schemas.openxmlformats.org/drawingml/2006/main">
              <a:ext uri="{FF2B5EF4-FFF2-40B4-BE49-F238E27FC236}">
                <a16:creationId xmlns:a16="http://schemas.microsoft.com/office/drawing/2014/main" id="{D6F08CBA-66C9-4DC3-8141-7F072847B7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4825" y="722947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91020"/>
                </a:solidFill>
                <a:latin typeface="Malgun Gothic"/>
                <a:ea typeface="Malgun Gothic"/>
                <a:cs typeface="Malgun Gothic"/>
              </a:rPr>
              <a:t>Playground</a:t>
            </a:r>
          </a:p>
        </p:txBody>
      </p:sp>
      <p:grpSp>
        <p:nvGrpSpPr>
          <p:cNvPr id="10012" name="row4_card1"/>
          <p:cNvGrpSpPr/>
          <p:nvPr/>
        </p:nvGrpSpPr>
        <p:grpSpPr>
          <ns1:xfrm xmlns:ns1="http://schemas.openxmlformats.org/drawingml/2006/main">
            <ns1:off x="2857500" y="6781800"/>
            <ns1:ext cx="3924300" cy="1104900"/>
            <ns1:chOff x="2857500" y="6781800"/>
            <ns1:chExt cx="3924300" cy="1104900"/>
          </ns1:xfrm>
        </p:grpSpPr>
        <p:sp>
          <p:nvSpPr>
            <p:cNvPr id="367" name="row4_card1__367">
              <a:extLst xmlns:a="http://schemas.openxmlformats.org/drawingml/2006/main">
                <a:ext uri="{FF2B5EF4-FFF2-40B4-BE49-F238E27FC236}">
                  <a16:creationId xmlns:a16="http://schemas.microsoft.com/office/drawing/2014/main" id="{38BBD34F-B590-4D60-AB46-29206BA52A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0" y="6781800"/>
              <a:ext cx="39243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368" name="row4_card1__368">
              <a:extLst xmlns:a="http://schemas.openxmlformats.org/drawingml/2006/main">
                <a:ext uri="{FF2B5EF4-FFF2-40B4-BE49-F238E27FC236}">
                  <a16:creationId xmlns:a16="http://schemas.microsoft.com/office/drawing/2014/main" id="{86A04904-9FFC-4451-8862-FB40C5A612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38650" y="6953250"/>
              <a:ext cx="385763" cy="161925"/>
            </a:xfrm>
            <a:custGeom xmlns:a="http://schemas.openxmlformats.org/drawingml/2006/main">
              <a:pathLst>
                <a:path w="385763" h="161925">
                  <a:moveTo>
                    <a:pt x="0" y="161925"/>
                  </a:moveTo>
                  <a:lnTo>
                    <a:pt x="38576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9AAABD"/>
              </a:solidFill>
            </a:ln>
          </p:spPr>
        </p:sp>
        <p:sp>
          <p:nvSpPr>
            <p:cNvPr id="369" name="row4_card1__369">
              <a:extLst xmlns:a="http://schemas.openxmlformats.org/drawingml/2006/main">
                <a:ext uri="{FF2B5EF4-FFF2-40B4-BE49-F238E27FC236}">
                  <a16:creationId xmlns:a16="http://schemas.microsoft.com/office/drawing/2014/main" id="{6D603A2B-0DF6-4694-84B0-9E3F7E9C1E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38650" y="7115175"/>
              <a:ext cx="771525" cy="953"/>
            </a:xfrm>
            <a:custGeom xmlns:a="http://schemas.openxmlformats.org/drawingml/2006/main">
              <a:pathLst>
                <a:path w="771525" h="953">
                  <a:moveTo>
                    <a:pt x="0" y="0"/>
                  </a:moveTo>
                  <a:lnTo>
                    <a:pt x="7715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9AAABD"/>
              </a:solidFill>
            </a:ln>
          </p:spPr>
        </p:sp>
        <p:sp>
          <p:nvSpPr>
            <p:cNvPr id="370" name="row4_card1__370">
              <a:extLst xmlns:a="http://schemas.openxmlformats.org/drawingml/2006/main">
                <a:ext uri="{FF2B5EF4-FFF2-40B4-BE49-F238E27FC236}">
                  <a16:creationId xmlns:a16="http://schemas.microsoft.com/office/drawing/2014/main" id="{47768A88-CC39-41F4-BEBF-85182C365B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38650" y="7115175"/>
              <a:ext cx="385763" cy="180975"/>
            </a:xfrm>
            <a:custGeom xmlns:a="http://schemas.openxmlformats.org/drawingml/2006/main">
              <a:pathLst>
                <a:path w="385763" h="180975">
                  <a:moveTo>
                    <a:pt x="0" y="0"/>
                  </a:moveTo>
                  <a:lnTo>
                    <a:pt x="385763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9AAABD"/>
              </a:solidFill>
            </a:ln>
          </p:spPr>
        </p:sp>
        <p:sp>
          <p:nvSpPr>
            <p:cNvPr id="371" name="row4_card1__371">
              <a:extLst xmlns:a="http://schemas.openxmlformats.org/drawingml/2006/main">
                <a:ext uri="{FF2B5EF4-FFF2-40B4-BE49-F238E27FC236}">
                  <a16:creationId xmlns:a16="http://schemas.microsoft.com/office/drawing/2014/main" id="{3D92ED71-154B-41B3-8EDD-41C154A78D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24413" y="6953250"/>
              <a:ext cx="385763" cy="161925"/>
            </a:xfrm>
            <a:custGeom xmlns:a="http://schemas.openxmlformats.org/drawingml/2006/main">
              <a:pathLst>
                <a:path w="385763" h="161925">
                  <a:moveTo>
                    <a:pt x="0" y="0"/>
                  </a:moveTo>
                  <a:lnTo>
                    <a:pt x="385763" y="1619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9AAABD"/>
              </a:solidFill>
            </a:ln>
          </p:spPr>
        </p:sp>
        <p:sp>
          <p:nvSpPr>
            <p:cNvPr id="372" name="row4_card1__372">
              <a:extLst xmlns:a="http://schemas.openxmlformats.org/drawingml/2006/main">
                <a:ext uri="{FF2B5EF4-FFF2-40B4-BE49-F238E27FC236}">
                  <a16:creationId xmlns:a16="http://schemas.microsoft.com/office/drawing/2014/main" id="{73CAE765-B5CA-46B9-872C-B32416F820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24413" y="6953250"/>
              <a:ext cx="953" cy="342900"/>
            </a:xfrm>
            <a:custGeom xmlns:a="http://schemas.openxmlformats.org/drawingml/2006/main">
              <a:pathLst>
                <a:path w="953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9AAABD"/>
              </a:solidFill>
            </a:ln>
          </p:spPr>
        </p:sp>
        <p:sp>
          <p:nvSpPr>
            <p:cNvPr id="373" name="row4_card1__373">
              <a:extLst xmlns:a="http://schemas.openxmlformats.org/drawingml/2006/main">
                <a:ext uri="{FF2B5EF4-FFF2-40B4-BE49-F238E27FC236}">
                  <a16:creationId xmlns:a16="http://schemas.microsoft.com/office/drawing/2014/main" id="{8334BDAA-171F-455A-98FA-140E2D09E8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24413" y="7115175"/>
              <a:ext cx="385763" cy="180975"/>
            </a:xfrm>
            <a:custGeom xmlns:a="http://schemas.openxmlformats.org/drawingml/2006/main">
              <a:pathLst>
                <a:path w="385763" h="180975">
                  <a:moveTo>
                    <a:pt x="385763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9AAABD"/>
              </a:solidFill>
            </a:ln>
          </p:spPr>
        </p:sp>
        <p:sp>
          <p:nvSpPr>
            <p:cNvPr id="374" name="row4_card1__374">
              <a:extLst xmlns:a="http://schemas.openxmlformats.org/drawingml/2006/main">
                <a:ext uri="{FF2B5EF4-FFF2-40B4-BE49-F238E27FC236}">
                  <a16:creationId xmlns:a16="http://schemas.microsoft.com/office/drawing/2014/main" id="{B3BECD3F-3271-4500-87E7-287AF835FB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52925" y="7029450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8BC9F6"/>
            </a:solidFill>
            <a:ln xmlns:a="http://schemas.openxmlformats.org/drawingml/2006/main" w="11430">
              <a:solidFill>
                <a:srgbClr val="083887"/>
              </a:solidFill>
            </a:ln>
          </p:spPr>
        </p:sp>
        <p:sp>
          <p:nvSpPr>
            <p:cNvPr id="375" name="row4_card1__375">
              <a:extLst xmlns:a="http://schemas.openxmlformats.org/drawingml/2006/main">
                <a:ext uri="{FF2B5EF4-FFF2-40B4-BE49-F238E27FC236}">
                  <a16:creationId xmlns:a16="http://schemas.microsoft.com/office/drawing/2014/main" id="{61EEB4B9-8D0B-45E2-8D2E-A431ED5A80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38688" y="6867525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11430">
              <a:solidFill>
                <a:srgbClr val="083887"/>
              </a:solidFill>
            </a:ln>
          </p:spPr>
        </p:sp>
        <p:sp>
          <p:nvSpPr>
            <p:cNvPr id="376" name="row4_card1__376">
              <a:extLst xmlns:a="http://schemas.openxmlformats.org/drawingml/2006/main">
                <a:ext uri="{FF2B5EF4-FFF2-40B4-BE49-F238E27FC236}">
                  <a16:creationId xmlns:a16="http://schemas.microsoft.com/office/drawing/2014/main" id="{9D582A52-B759-47F8-81FF-E3FBB4880F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24450" y="7029450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8BC9F6"/>
            </a:solidFill>
            <a:ln xmlns:a="http://schemas.openxmlformats.org/drawingml/2006/main" w="11430">
              <a:solidFill>
                <a:srgbClr val="083887"/>
              </a:solidFill>
            </a:ln>
          </p:spPr>
        </p:sp>
        <p:sp>
          <p:nvSpPr>
            <p:cNvPr id="377" name="row4_card1__377">
              <a:extLst xmlns:a="http://schemas.openxmlformats.org/drawingml/2006/main">
                <a:ext uri="{FF2B5EF4-FFF2-40B4-BE49-F238E27FC236}">
                  <a16:creationId xmlns:a16="http://schemas.microsoft.com/office/drawing/2014/main" id="{0936DDDA-C7FD-4CB4-BB94-5E098DA64C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38688" y="7210425"/>
              <a:ext cx="171450" cy="1714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6E4F4"/>
            </a:solidFill>
            <a:ln xmlns:a="http://schemas.openxmlformats.org/drawingml/2006/main" w="11430">
              <a:solidFill>
                <a:srgbClr val="083887"/>
              </a:solidFill>
            </a:ln>
          </p:spPr>
        </p:sp>
        <p:sp>
          <p:nvSpPr>
            <p:cNvPr id="378" name="row4_card1__378">
              <a:extLst xmlns:a="http://schemas.openxmlformats.org/drawingml/2006/main">
                <a:ext uri="{FF2B5EF4-FFF2-40B4-BE49-F238E27FC236}">
                  <a16:creationId xmlns:a16="http://schemas.microsoft.com/office/drawing/2014/main" id="{1F9522DC-B85B-4410-8862-096E58DC1F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95600" y="7353300"/>
              <a:ext cx="38481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4개 변수 관계성 분석</a:t>
              </a:r>
            </a:p>
          </p:txBody>
        </p:sp>
        <p:sp>
          <p:nvSpPr>
            <p:cNvPr id="379" name="row4_card1__379">
              <a:extLst xmlns:a="http://schemas.openxmlformats.org/drawingml/2006/main">
                <a:ext uri="{FF2B5EF4-FFF2-40B4-BE49-F238E27FC236}">
                  <a16:creationId xmlns:a16="http://schemas.microsoft.com/office/drawing/2014/main" id="{131E69FD-9CB6-48C0-8A95-D732A2ED2D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95600" y="7629525"/>
              <a:ext cx="38481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63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63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FICD · OCD · TEM · Radius</a:t>
              </a:r>
            </a:p>
          </p:txBody>
        </p:sp>
      </p:grpSp>
      <p:grpSp>
        <p:nvGrpSpPr>
          <p:cNvPr id="10013" name="row4_card2"/>
          <p:cNvGrpSpPr/>
          <p:nvPr/>
        </p:nvGrpSpPr>
        <p:grpSpPr>
          <ns1:xfrm xmlns:ns1="http://schemas.openxmlformats.org/drawingml/2006/main">
            <ns1:off x="6896100" y="6781800"/>
            <ns1:ext cx="3924300" cy="1104900"/>
            <ns1:chOff x="6896100" y="6781800"/>
            <ns1:chExt cx="3924300" cy="1104900"/>
          </ns1:xfrm>
        </p:grpSpPr>
        <p:sp>
          <p:nvSpPr>
            <p:cNvPr id="380" name="row4_card2__380">
              <a:extLst xmlns:a="http://schemas.openxmlformats.org/drawingml/2006/main">
                <a:ext uri="{FF2B5EF4-FFF2-40B4-BE49-F238E27FC236}">
                  <a16:creationId xmlns:a16="http://schemas.microsoft.com/office/drawing/2014/main" id="{208D7FA2-7675-4EAF-9DCB-E2D8A2D0B0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96100" y="6781800"/>
              <a:ext cx="39243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381" name="row4_card2__381">
              <a:extLst xmlns:a="http://schemas.openxmlformats.org/drawingml/2006/main">
                <a:ext uri="{FF2B5EF4-FFF2-40B4-BE49-F238E27FC236}">
                  <a16:creationId xmlns:a16="http://schemas.microsoft.com/office/drawing/2014/main" id="{C4C0D95B-D1AC-4287-9B48-4E92AE5ECC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77200" y="6848475"/>
              <a:ext cx="953" cy="457200"/>
            </a:xfrm>
            <a:custGeom xmlns:a="http://schemas.openxmlformats.org/drawingml/2006/main">
              <a:pathLst>
                <a:path w="953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A9B8C9"/>
              </a:solidFill>
            </a:ln>
          </p:spPr>
        </p:sp>
        <p:sp>
          <p:nvSpPr>
            <p:cNvPr id="382" name="row4_card2__382">
              <a:extLst xmlns:a="http://schemas.openxmlformats.org/drawingml/2006/main">
                <a:ext uri="{FF2B5EF4-FFF2-40B4-BE49-F238E27FC236}">
                  <a16:creationId xmlns:a16="http://schemas.microsoft.com/office/drawing/2014/main" id="{4E5A5094-4BA5-4CD5-8CBA-FA8315649B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77200" y="7305675"/>
              <a:ext cx="1562100" cy="953"/>
            </a:xfrm>
            <a:custGeom xmlns:a="http://schemas.openxmlformats.org/drawingml/2006/main">
              <a:pathLst>
                <a:path w="1562100" h="953">
                  <a:moveTo>
                    <a:pt x="0" y="0"/>
                  </a:moveTo>
                  <a:lnTo>
                    <a:pt x="15621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A9B8C9"/>
              </a:solidFill>
            </a:ln>
          </p:spPr>
        </p:sp>
        <p:sp>
          <p:nvSpPr>
            <p:cNvPr id="383" name="row4_card2__383">
              <a:extLst xmlns:a="http://schemas.openxmlformats.org/drawingml/2006/main">
                <a:ext uri="{FF2B5EF4-FFF2-40B4-BE49-F238E27FC236}">
                  <a16:creationId xmlns:a16="http://schemas.microsoft.com/office/drawing/2014/main" id="{0A537FE2-1CE5-4790-9F04-D39530978F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77200" y="6896877"/>
              <a:ext cx="1562100" cy="380223"/>
            </a:xfrm>
            <a:custGeom xmlns:a="http://schemas.openxmlformats.org/drawingml/2006/main">
              <a:pathLst>
                <a:path w="1562100" h="380223">
                  <a:moveTo>
                    <a:pt x="0" y="377386"/>
                  </a:moveTo>
                  <a:lnTo>
                    <a:pt x="44631" y="374112"/>
                  </a:lnTo>
                  <a:lnTo>
                    <a:pt x="89263" y="367891"/>
                  </a:lnTo>
                  <a:lnTo>
                    <a:pt x="133894" y="356912"/>
                  </a:lnTo>
                  <a:lnTo>
                    <a:pt x="178526" y="338944"/>
                  </a:lnTo>
                  <a:lnTo>
                    <a:pt x="223157" y="311748"/>
                  </a:lnTo>
                  <a:lnTo>
                    <a:pt x="267789" y="273814"/>
                  </a:lnTo>
                  <a:lnTo>
                    <a:pt x="312420" y="225320"/>
                  </a:lnTo>
                  <a:lnTo>
                    <a:pt x="357051" y="168981"/>
                  </a:lnTo>
                  <a:lnTo>
                    <a:pt x="401683" y="110364"/>
                  </a:lnTo>
                  <a:lnTo>
                    <a:pt x="446314" y="57275"/>
                  </a:lnTo>
                  <a:lnTo>
                    <a:pt x="490946" y="18174"/>
                  </a:lnTo>
                  <a:lnTo>
                    <a:pt x="535577" y="0"/>
                  </a:lnTo>
                  <a:lnTo>
                    <a:pt x="580209" y="6157"/>
                  </a:lnTo>
                  <a:lnTo>
                    <a:pt x="624840" y="35480"/>
                  </a:lnTo>
                  <a:lnTo>
                    <a:pt x="669471" y="82590"/>
                  </a:lnTo>
                  <a:lnTo>
                    <a:pt x="714103" y="139508"/>
                  </a:lnTo>
                  <a:lnTo>
                    <a:pt x="758734" y="197848"/>
                  </a:lnTo>
                  <a:lnTo>
                    <a:pt x="803366" y="250785"/>
                  </a:lnTo>
                  <a:lnTo>
                    <a:pt x="847997" y="294163"/>
                  </a:lnTo>
                  <a:lnTo>
                    <a:pt x="892629" y="326622"/>
                  </a:lnTo>
                  <a:lnTo>
                    <a:pt x="937260" y="348949"/>
                  </a:lnTo>
                  <a:lnTo>
                    <a:pt x="981891" y="363129"/>
                  </a:lnTo>
                  <a:lnTo>
                    <a:pt x="1026523" y="371471"/>
                  </a:lnTo>
                  <a:lnTo>
                    <a:pt x="1071154" y="376025"/>
                  </a:lnTo>
                  <a:lnTo>
                    <a:pt x="1115786" y="378337"/>
                  </a:lnTo>
                  <a:lnTo>
                    <a:pt x="1160417" y="379429"/>
                  </a:lnTo>
                  <a:lnTo>
                    <a:pt x="1205049" y="379910"/>
                  </a:lnTo>
                  <a:lnTo>
                    <a:pt x="1249680" y="380108"/>
                  </a:lnTo>
                  <a:lnTo>
                    <a:pt x="1294311" y="380183"/>
                  </a:lnTo>
                  <a:lnTo>
                    <a:pt x="1338943" y="380210"/>
                  </a:lnTo>
                  <a:lnTo>
                    <a:pt x="1383574" y="380219"/>
                  </a:lnTo>
                  <a:lnTo>
                    <a:pt x="1428206" y="380222"/>
                  </a:lnTo>
                  <a:lnTo>
                    <a:pt x="1472837" y="380223"/>
                  </a:lnTo>
                  <a:lnTo>
                    <a:pt x="1517469" y="380223"/>
                  </a:lnTo>
                  <a:lnTo>
                    <a:pt x="1562100" y="38022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568ED4"/>
              </a:solidFill>
            </a:ln>
          </p:spPr>
        </p:sp>
        <p:sp>
          <p:nvSpPr>
            <p:cNvPr id="384" name="row4_card2__384">
              <a:extLst xmlns:a="http://schemas.openxmlformats.org/drawingml/2006/main">
                <a:ext uri="{FF2B5EF4-FFF2-40B4-BE49-F238E27FC236}">
                  <a16:creationId xmlns:a16="http://schemas.microsoft.com/office/drawing/2014/main" id="{ACFE9A8F-AA72-4771-A7C8-000F9C52E3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77200" y="6896275"/>
              <a:ext cx="1562100" cy="380254"/>
            </a:xfrm>
            <a:custGeom xmlns:a="http://schemas.openxmlformats.org/drawingml/2006/main">
              <a:pathLst>
                <a:path w="1562100" h="380254">
                  <a:moveTo>
                    <a:pt x="0" y="379883"/>
                  </a:moveTo>
                  <a:lnTo>
                    <a:pt x="44631" y="378966"/>
                  </a:lnTo>
                  <a:lnTo>
                    <a:pt x="89263" y="377304"/>
                  </a:lnTo>
                  <a:lnTo>
                    <a:pt x="133894" y="374423"/>
                  </a:lnTo>
                  <a:lnTo>
                    <a:pt x="178526" y="369649"/>
                  </a:lnTo>
                  <a:lnTo>
                    <a:pt x="223157" y="362096"/>
                  </a:lnTo>
                  <a:lnTo>
                    <a:pt x="267789" y="350693"/>
                  </a:lnTo>
                  <a:lnTo>
                    <a:pt x="312420" y="334286"/>
                  </a:lnTo>
                  <a:lnTo>
                    <a:pt x="357051" y="311820"/>
                  </a:lnTo>
                  <a:lnTo>
                    <a:pt x="401683" y="282602"/>
                  </a:lnTo>
                  <a:lnTo>
                    <a:pt x="446314" y="246605"/>
                  </a:lnTo>
                  <a:lnTo>
                    <a:pt x="490946" y="204750"/>
                  </a:lnTo>
                  <a:lnTo>
                    <a:pt x="535577" y="159081"/>
                  </a:lnTo>
                  <a:lnTo>
                    <a:pt x="580209" y="112736"/>
                  </a:lnTo>
                  <a:lnTo>
                    <a:pt x="624840" y="69668"/>
                  </a:lnTo>
                  <a:lnTo>
                    <a:pt x="669471" y="34124"/>
                  </a:lnTo>
                  <a:lnTo>
                    <a:pt x="714103" y="9971"/>
                  </a:lnTo>
                  <a:lnTo>
                    <a:pt x="758734" y="0"/>
                  </a:lnTo>
                  <a:lnTo>
                    <a:pt x="803366" y="5402"/>
                  </a:lnTo>
                  <a:lnTo>
                    <a:pt x="847997" y="25529"/>
                  </a:lnTo>
                  <a:lnTo>
                    <a:pt x="892629" y="58025"/>
                  </a:lnTo>
                  <a:lnTo>
                    <a:pt x="937260" y="99278"/>
                  </a:lnTo>
                  <a:lnTo>
                    <a:pt x="981891" y="145081"/>
                  </a:lnTo>
                  <a:lnTo>
                    <a:pt x="1026523" y="191327"/>
                  </a:lnTo>
                  <a:lnTo>
                    <a:pt x="1071154" y="234593"/>
                  </a:lnTo>
                  <a:lnTo>
                    <a:pt x="1115786" y="272493"/>
                  </a:lnTo>
                  <a:lnTo>
                    <a:pt x="1160417" y="303781"/>
                  </a:lnTo>
                  <a:lnTo>
                    <a:pt x="1205049" y="328223"/>
                  </a:lnTo>
                  <a:lnTo>
                    <a:pt x="1249680" y="346348"/>
                  </a:lnTo>
                  <a:lnTo>
                    <a:pt x="1294311" y="359131"/>
                  </a:lnTo>
                  <a:lnTo>
                    <a:pt x="1338943" y="367721"/>
                  </a:lnTo>
                  <a:lnTo>
                    <a:pt x="1383574" y="373226"/>
                  </a:lnTo>
                  <a:lnTo>
                    <a:pt x="1428206" y="376595"/>
                  </a:lnTo>
                  <a:lnTo>
                    <a:pt x="1472837" y="378564"/>
                  </a:lnTo>
                  <a:lnTo>
                    <a:pt x="1517469" y="379665"/>
                  </a:lnTo>
                  <a:lnTo>
                    <a:pt x="1562100" y="38025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9CA9B7"/>
              </a:solidFill>
            </a:ln>
          </p:spPr>
        </p:sp>
        <p:sp>
          <p:nvSpPr>
            <p:cNvPr id="385" name="row4_card2__385">
              <a:extLst xmlns:a="http://schemas.openxmlformats.org/drawingml/2006/main">
                <a:ext uri="{FF2B5EF4-FFF2-40B4-BE49-F238E27FC236}">
                  <a16:creationId xmlns:a16="http://schemas.microsoft.com/office/drawing/2014/main" id="{1475DF12-7204-4011-87D5-49A64EDE06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77200" y="6896114"/>
              <a:ext cx="1562100" cy="380706"/>
            </a:xfrm>
            <a:custGeom xmlns:a="http://schemas.openxmlformats.org/drawingml/2006/main">
              <a:pathLst>
                <a:path w="1562100" h="380706">
                  <a:moveTo>
                    <a:pt x="0" y="380706"/>
                  </a:moveTo>
                  <a:lnTo>
                    <a:pt x="44631" y="380455"/>
                  </a:lnTo>
                  <a:lnTo>
                    <a:pt x="89263" y="380009"/>
                  </a:lnTo>
                  <a:lnTo>
                    <a:pt x="133894" y="379241"/>
                  </a:lnTo>
                  <a:lnTo>
                    <a:pt x="178526" y="377960"/>
                  </a:lnTo>
                  <a:lnTo>
                    <a:pt x="223157" y="375892"/>
                  </a:lnTo>
                  <a:lnTo>
                    <a:pt x="267789" y="372660"/>
                  </a:lnTo>
                  <a:lnTo>
                    <a:pt x="312420" y="367776"/>
                  </a:lnTo>
                  <a:lnTo>
                    <a:pt x="357051" y="360640"/>
                  </a:lnTo>
                  <a:lnTo>
                    <a:pt x="401683" y="350565"/>
                  </a:lnTo>
                  <a:lnTo>
                    <a:pt x="446314" y="336833"/>
                  </a:lnTo>
                  <a:lnTo>
                    <a:pt x="490946" y="318776"/>
                  </a:lnTo>
                  <a:lnTo>
                    <a:pt x="535577" y="295898"/>
                  </a:lnTo>
                  <a:lnTo>
                    <a:pt x="580209" y="268010"/>
                  </a:lnTo>
                  <a:lnTo>
                    <a:pt x="624840" y="235369"/>
                  </a:lnTo>
                  <a:lnTo>
                    <a:pt x="669471" y="198787"/>
                  </a:lnTo>
                  <a:lnTo>
                    <a:pt x="714103" y="159683"/>
                  </a:lnTo>
                  <a:lnTo>
                    <a:pt x="758734" y="120048"/>
                  </a:lnTo>
                  <a:lnTo>
                    <a:pt x="803366" y="82313"/>
                  </a:lnTo>
                  <a:lnTo>
                    <a:pt x="847997" y="49121"/>
                  </a:lnTo>
                  <a:lnTo>
                    <a:pt x="892629" y="23025"/>
                  </a:lnTo>
                  <a:lnTo>
                    <a:pt x="937260" y="6170"/>
                  </a:lnTo>
                  <a:lnTo>
                    <a:pt x="981891" y="0"/>
                  </a:lnTo>
                  <a:lnTo>
                    <a:pt x="1026523" y="5055"/>
                  </a:lnTo>
                  <a:lnTo>
                    <a:pt x="1071154" y="20893"/>
                  </a:lnTo>
                  <a:lnTo>
                    <a:pt x="1115786" y="46152"/>
                  </a:lnTo>
                  <a:lnTo>
                    <a:pt x="1160417" y="78746"/>
                  </a:lnTo>
                  <a:lnTo>
                    <a:pt x="1205049" y="116146"/>
                  </a:lnTo>
                  <a:lnTo>
                    <a:pt x="1249680" y="155706"/>
                  </a:lnTo>
                  <a:lnTo>
                    <a:pt x="1294311" y="194961"/>
                  </a:lnTo>
                  <a:lnTo>
                    <a:pt x="1338943" y="231869"/>
                  </a:lnTo>
                  <a:lnTo>
                    <a:pt x="1383574" y="264951"/>
                  </a:lnTo>
                  <a:lnTo>
                    <a:pt x="1428206" y="293334"/>
                  </a:lnTo>
                  <a:lnTo>
                    <a:pt x="1472837" y="316711"/>
                  </a:lnTo>
                  <a:lnTo>
                    <a:pt x="1517469" y="335232"/>
                  </a:lnTo>
                  <a:lnTo>
                    <a:pt x="1562100" y="34936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704AC8"/>
              </a:solidFill>
            </a:ln>
          </p:spPr>
        </p:sp>
        <p:sp>
          <p:nvSpPr>
            <p:cNvPr id="386" name="row4_card2__386">
              <a:extLst xmlns:a="http://schemas.openxmlformats.org/drawingml/2006/main">
                <a:ext uri="{FF2B5EF4-FFF2-40B4-BE49-F238E27FC236}">
                  <a16:creationId xmlns:a16="http://schemas.microsoft.com/office/drawing/2014/main" id="{3C0DBEFC-5DDB-49D0-B184-1BEECE5D56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34200" y="7353300"/>
              <a:ext cx="38481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비선형·교호작용 탐색</a:t>
              </a:r>
            </a:p>
          </p:txBody>
        </p:sp>
        <p:sp>
          <p:nvSpPr>
            <p:cNvPr id="387" name="row4_card2__387">
              <a:extLst xmlns:a="http://schemas.openxmlformats.org/drawingml/2006/main">
                <a:ext uri="{FF2B5EF4-FFF2-40B4-BE49-F238E27FC236}">
                  <a16:creationId xmlns:a16="http://schemas.microsoft.com/office/drawing/2014/main" id="{30312684-E8C0-4A21-AD8E-21958D6526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34200" y="7629525"/>
              <a:ext cx="38481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63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63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비선형 가능성 · FICD × OCD 영향</a:t>
              </a:r>
            </a:p>
          </p:txBody>
        </p:sp>
      </p:grpSp>
      <p:grpSp>
        <p:nvGrpSpPr>
          <p:cNvPr id="10014" name="row4_card3"/>
          <p:cNvGrpSpPr/>
          <p:nvPr/>
        </p:nvGrpSpPr>
        <p:grpSpPr>
          <ns1:xfrm xmlns:ns1="http://schemas.openxmlformats.org/drawingml/2006/main">
            <ns1:off x="10934700" y="6781800"/>
            <ns1:ext cx="3924300" cy="1104900"/>
            <ns1:chOff x="10934700" y="6781800"/>
            <ns1:chExt cx="3924300" cy="1104900"/>
          </ns1:xfrm>
        </p:grpSpPr>
        <p:sp>
          <p:nvSpPr>
            <p:cNvPr id="388" name="row4_card3__388">
              <a:extLst xmlns:a="http://schemas.openxmlformats.org/drawingml/2006/main">
                <a:ext uri="{FF2B5EF4-FFF2-40B4-BE49-F238E27FC236}">
                  <a16:creationId xmlns:a16="http://schemas.microsoft.com/office/drawing/2014/main" id="{BD759541-8201-4C86-83B4-814882038F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34700" y="6781800"/>
              <a:ext cx="3924300" cy="1104900"/>
            </a:xfrm>
            <a:prstGeom xmlns:a="http://schemas.openxmlformats.org/drawingml/2006/main" prst="roundRect">
              <a:avLst>
                <a:gd name="adj" fmla="val 689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6668">
              <a:solidFill>
                <a:srgbClr val="DDE7F1"/>
              </a:solidFill>
            </a:ln>
          </p:spPr>
        </p:sp>
        <p:sp>
          <p:nvSpPr>
            <p:cNvPr id="389" name="row4_card3__389">
              <a:extLst xmlns:a="http://schemas.openxmlformats.org/drawingml/2006/main">
                <a:ext uri="{FF2B5EF4-FFF2-40B4-BE49-F238E27FC236}">
                  <a16:creationId xmlns:a16="http://schemas.microsoft.com/office/drawing/2014/main" id="{36922D53-8192-4DEE-AB7E-B7C22D6C80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06275" y="6867525"/>
              <a:ext cx="1543050" cy="457200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0478">
              <a:solidFill>
                <a:srgbClr val="BCC6D2"/>
              </a:solidFill>
            </a:ln>
          </p:spPr>
        </p:sp>
        <p:sp>
          <p:nvSpPr>
            <p:cNvPr id="390" name="row4_card3__390">
              <a:extLst xmlns:a="http://schemas.openxmlformats.org/drawingml/2006/main">
                <a:ext uri="{FF2B5EF4-FFF2-40B4-BE49-F238E27FC236}">
                  <a16:creationId xmlns:a16="http://schemas.microsoft.com/office/drawing/2014/main" id="{BD9F8642-C6BB-40C9-AB94-DA4DB8CCEE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58675" y="6905625"/>
              <a:ext cx="1257300" cy="371475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0478">
              <a:solidFill>
                <a:srgbClr val="BCC6D2"/>
              </a:solidFill>
            </a:ln>
          </p:spPr>
        </p:sp>
        <p:sp>
          <p:nvSpPr>
            <p:cNvPr id="391" name="row4_card3__391">
              <a:extLst xmlns:a="http://schemas.openxmlformats.org/drawingml/2006/main">
                <a:ext uri="{FF2B5EF4-FFF2-40B4-BE49-F238E27FC236}">
                  <a16:creationId xmlns:a16="http://schemas.microsoft.com/office/drawing/2014/main" id="{3246B571-79C3-4282-AA21-B4D17E7E9B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411075" y="6943725"/>
              <a:ext cx="971550" cy="285750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0478">
              <a:solidFill>
                <a:srgbClr val="BCC6D2"/>
              </a:solidFill>
            </a:ln>
          </p:spPr>
        </p:sp>
        <p:sp>
          <p:nvSpPr>
            <p:cNvPr id="392" name="row4_card3__392">
              <a:extLst xmlns:a="http://schemas.openxmlformats.org/drawingml/2006/main">
                <a:ext uri="{FF2B5EF4-FFF2-40B4-BE49-F238E27FC236}">
                  <a16:creationId xmlns:a16="http://schemas.microsoft.com/office/drawing/2014/main" id="{BB24A198-2C4A-464B-9141-45E681E190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63475" y="6981825"/>
              <a:ext cx="685800" cy="2000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4E8FA"/>
            </a:solidFill>
            <a:ln xmlns:a="http://schemas.openxmlformats.org/drawingml/2006/main" w="10478">
              <a:solidFill>
                <a:srgbClr val="568ED4"/>
              </a:solidFill>
            </a:ln>
          </p:spPr>
        </p:sp>
        <p:sp>
          <p:nvSpPr>
            <p:cNvPr id="393" name="row4_card3__393">
              <a:extLst xmlns:a="http://schemas.openxmlformats.org/drawingml/2006/main">
                <a:ext uri="{FF2B5EF4-FFF2-40B4-BE49-F238E27FC236}">
                  <a16:creationId xmlns:a16="http://schemas.microsoft.com/office/drawing/2014/main" id="{A2D5A84B-AC26-4C54-A6C2-E96F259067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715875" y="7019925"/>
              <a:ext cx="40005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4E8FA"/>
            </a:solidFill>
            <a:ln xmlns:a="http://schemas.openxmlformats.org/drawingml/2006/main" w="10478">
              <a:solidFill>
                <a:srgbClr val="568ED4"/>
              </a:solidFill>
            </a:ln>
          </p:spPr>
        </p:sp>
        <p:sp>
          <p:nvSpPr>
            <p:cNvPr id="394" name="row4_card3__394">
              <a:extLst xmlns:a="http://schemas.openxmlformats.org/drawingml/2006/main">
                <a:ext uri="{FF2B5EF4-FFF2-40B4-BE49-F238E27FC236}">
                  <a16:creationId xmlns:a16="http://schemas.microsoft.com/office/drawing/2014/main" id="{9A79F7A8-D0E1-4EA3-AC80-9DA30FB558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73000" y="6896100"/>
              <a:ext cx="847725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3335">
              <a:solidFill>
                <a:srgbClr val="568ED4"/>
              </a:solidFill>
            </a:ln>
          </p:spPr>
        </p:sp>
        <p:sp>
          <p:nvSpPr>
            <p:cNvPr id="395" name="row4_card3__395">
              <a:extLst xmlns:a="http://schemas.openxmlformats.org/drawingml/2006/main">
                <a:ext uri="{FF2B5EF4-FFF2-40B4-BE49-F238E27FC236}">
                  <a16:creationId xmlns:a16="http://schemas.microsoft.com/office/drawing/2014/main" id="{33043DD4-B2FD-4DDD-83AA-6537059FBB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72800" y="7353300"/>
              <a:ext cx="38481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725" b="1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타겟 충족 Window 분석</a:t>
              </a:r>
            </a:p>
          </p:txBody>
        </p:sp>
        <p:sp>
          <p:nvSpPr>
            <p:cNvPr id="396" name="row4_card3__396">
              <a:extLst xmlns:a="http://schemas.openxmlformats.org/drawingml/2006/main">
                <a:ext uri="{FF2B5EF4-FFF2-40B4-BE49-F238E27FC236}">
                  <a16:creationId xmlns:a16="http://schemas.microsoft.com/office/drawing/2014/main" id="{EDAE191A-B40C-4607-89BA-A3E01CFD87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72800" y="7629525"/>
              <a:ext cx="3848100" cy="219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463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defRPr>
              </a:pPr>
              <a:r>
                <a:rPr sz="1463" b="0">
                  <a:solidFill>
                    <a:srgbClr val="091020"/>
                  </a:solidFill>
                  <a:latin typeface="Malgun Gothic"/>
                  <a:ea typeface="Malgun Gothic"/>
                  <a:cs typeface="Malgun Gothic"/>
                </a:rPr>
                <a:t>PTEIDX 수식 2개 기반 조건 탐색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4930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2026-09-14T10:29:30.4300000Z</dcterms:created>
  <dcterms:modified xsi:type="dcterms:W3CDTF">2026-09-14T10:29:30.4300000Z</dcterms:modified>
</coreProperties>
</file>